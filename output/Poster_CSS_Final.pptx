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handoutMasterIdLst>
    <p:handoutMasterId r:id="rId5"/>
  </p:handoutMasterIdLst>
  <p:sldIdLst>
    <p:sldId id="256" r:id="rId2"/>
    <p:sldId id="257" r:id="rId3"/>
  </p:sldIdLst>
  <p:sldSz cx="18288000" cy="10287000"/>
  <p:notesSz cx="6858000" cy="9144000"/>
  <p:defaultTextStyle>
    <a:defPPr>
      <a:defRPr lang="de-DE"/>
    </a:defPPr>
    <a:lvl1pPr marL="0" algn="l" defTabSz="1491404" rtl="0" eaLnBrk="1" latinLnBrk="0" hangingPunct="1">
      <a:defRPr sz="2928" kern="1200">
        <a:solidFill>
          <a:schemeClr val="tx1"/>
        </a:solidFill>
        <a:latin typeface="+mn-lt"/>
        <a:ea typeface="+mn-ea"/>
        <a:cs typeface="+mn-cs"/>
      </a:defRPr>
    </a:lvl1pPr>
    <a:lvl2pPr marL="745702" algn="l" defTabSz="1491404" rtl="0" eaLnBrk="1" latinLnBrk="0" hangingPunct="1">
      <a:defRPr sz="2928" kern="1200">
        <a:solidFill>
          <a:schemeClr val="tx1"/>
        </a:solidFill>
        <a:latin typeface="+mn-lt"/>
        <a:ea typeface="+mn-ea"/>
        <a:cs typeface="+mn-cs"/>
      </a:defRPr>
    </a:lvl2pPr>
    <a:lvl3pPr marL="1491404" algn="l" defTabSz="1491404" rtl="0" eaLnBrk="1" latinLnBrk="0" hangingPunct="1">
      <a:defRPr sz="2928" kern="1200">
        <a:solidFill>
          <a:schemeClr val="tx1"/>
        </a:solidFill>
        <a:latin typeface="+mn-lt"/>
        <a:ea typeface="+mn-ea"/>
        <a:cs typeface="+mn-cs"/>
      </a:defRPr>
    </a:lvl3pPr>
    <a:lvl4pPr marL="2237105" algn="l" defTabSz="1491404" rtl="0" eaLnBrk="1" latinLnBrk="0" hangingPunct="1">
      <a:defRPr sz="2928" kern="1200">
        <a:solidFill>
          <a:schemeClr val="tx1"/>
        </a:solidFill>
        <a:latin typeface="+mn-lt"/>
        <a:ea typeface="+mn-ea"/>
        <a:cs typeface="+mn-cs"/>
      </a:defRPr>
    </a:lvl4pPr>
    <a:lvl5pPr marL="2982807" algn="l" defTabSz="1491404" rtl="0" eaLnBrk="1" latinLnBrk="0" hangingPunct="1">
      <a:defRPr sz="2928" kern="1200">
        <a:solidFill>
          <a:schemeClr val="tx1"/>
        </a:solidFill>
        <a:latin typeface="+mn-lt"/>
        <a:ea typeface="+mn-ea"/>
        <a:cs typeface="+mn-cs"/>
      </a:defRPr>
    </a:lvl5pPr>
    <a:lvl6pPr marL="3728508" algn="l" defTabSz="1491404" rtl="0" eaLnBrk="1" latinLnBrk="0" hangingPunct="1">
      <a:defRPr sz="2928" kern="1200">
        <a:solidFill>
          <a:schemeClr val="tx1"/>
        </a:solidFill>
        <a:latin typeface="+mn-lt"/>
        <a:ea typeface="+mn-ea"/>
        <a:cs typeface="+mn-cs"/>
      </a:defRPr>
    </a:lvl6pPr>
    <a:lvl7pPr marL="4474210" algn="l" defTabSz="1491404" rtl="0" eaLnBrk="1" latinLnBrk="0" hangingPunct="1">
      <a:defRPr sz="2928" kern="1200">
        <a:solidFill>
          <a:schemeClr val="tx1"/>
        </a:solidFill>
        <a:latin typeface="+mn-lt"/>
        <a:ea typeface="+mn-ea"/>
        <a:cs typeface="+mn-cs"/>
      </a:defRPr>
    </a:lvl7pPr>
    <a:lvl8pPr marL="5219912" algn="l" defTabSz="1491404" rtl="0" eaLnBrk="1" latinLnBrk="0" hangingPunct="1">
      <a:defRPr sz="2928" kern="1200">
        <a:solidFill>
          <a:schemeClr val="tx1"/>
        </a:solidFill>
        <a:latin typeface="+mn-lt"/>
        <a:ea typeface="+mn-ea"/>
        <a:cs typeface="+mn-cs"/>
      </a:defRPr>
    </a:lvl8pPr>
    <a:lvl9pPr marL="5965613" algn="l" defTabSz="1491404" rtl="0" eaLnBrk="1" latinLnBrk="0" hangingPunct="1">
      <a:defRPr sz="2928"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7F205539-3C0C-47F2-A212-71A24694659E}">
          <p14:sldIdLst>
            <p14:sldId id="256"/>
            <p14:sldId id="257"/>
          </p14:sldIdLst>
        </p14:section>
      </p14:sectionLst>
    </p:ext>
    <p:ext uri="{EFAFB233-063F-42B5-8137-9DF3F51BA10A}">
      <p15:sldGuideLst xmlns:p15="http://schemas.microsoft.com/office/powerpoint/2012/main">
        <p15:guide id="1" orient="horz" pos="504" userDrawn="1">
          <p15:clr>
            <a:srgbClr val="A4A3A4"/>
          </p15:clr>
        </p15:guide>
        <p15:guide id="2" pos="57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CDF9"/>
    <a:srgbClr val="6D86EF"/>
    <a:srgbClr val="2C50E8"/>
    <a:srgbClr val="1536C1"/>
    <a:srgbClr val="0C1F72"/>
    <a:srgbClr val="069AF3"/>
    <a:srgbClr val="4871D8"/>
    <a:srgbClr val="969696"/>
    <a:srgbClr val="E5E5E5"/>
    <a:srgbClr val="1A4C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535" autoAdjust="0"/>
    <p:restoredTop sz="94829" autoAdjust="0"/>
  </p:normalViewPr>
  <p:slideViewPr>
    <p:cSldViewPr>
      <p:cViewPr>
        <p:scale>
          <a:sx n="169" d="100"/>
          <a:sy n="169" d="100"/>
        </p:scale>
        <p:origin x="-2832" y="-4208"/>
      </p:cViewPr>
      <p:guideLst>
        <p:guide orient="horz" pos="504"/>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00" d="100"/>
          <a:sy n="100" d="100"/>
        </p:scale>
        <p:origin x="-354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9"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2C63C8-0970-45C4-8DBF-5C04D04681CD}" type="doc">
      <dgm:prSet loTypeId="urn:microsoft.com/office/officeart/2005/8/layout/process2" loCatId="process" qsTypeId="urn:microsoft.com/office/officeart/2005/8/quickstyle/simple1" qsCatId="simple" csTypeId="urn:microsoft.com/office/officeart/2005/8/colors/accent0_2" csCatId="mainScheme" phldr="1"/>
      <dgm:spPr/>
    </dgm:pt>
    <dgm:pt modelId="{0A5D30E3-5D1E-4401-9D0B-D6358531CF42}">
      <dgm:prSet phldrT="[Text]" custT="1"/>
      <dgm:spPr>
        <a:noFill/>
        <a:ln>
          <a:solidFill>
            <a:srgbClr val="0C1F72"/>
          </a:solidFill>
        </a:ln>
      </dgm:spPr>
      <dgm:t>
        <a:bodyPr/>
        <a:lstStyle/>
        <a:p>
          <a:r>
            <a:rPr lang="de-DE" sz="1400" dirty="0"/>
            <a:t>Daten</a:t>
          </a:r>
          <a:endParaRPr lang="en-GB" sz="1500" dirty="0"/>
        </a:p>
      </dgm:t>
    </dgm:pt>
    <dgm:pt modelId="{FDE7D813-5D9E-429D-B696-82138B36F368}" type="parTrans" cxnId="{B42940DE-28E8-484C-82C8-20B85ABD938A}">
      <dgm:prSet/>
      <dgm:spPr/>
      <dgm:t>
        <a:bodyPr/>
        <a:lstStyle/>
        <a:p>
          <a:endParaRPr lang="en-GB"/>
        </a:p>
      </dgm:t>
    </dgm:pt>
    <dgm:pt modelId="{7EDD2A3F-DDD7-44F3-BA09-A544151D0DED}" type="sibTrans" cxnId="{B42940DE-28E8-484C-82C8-20B85ABD938A}">
      <dgm:prSet/>
      <dgm:spPr>
        <a:solidFill>
          <a:srgbClr val="0C1F72"/>
        </a:solidFill>
        <a:ln>
          <a:solidFill>
            <a:srgbClr val="E5E5E5"/>
          </a:solidFill>
        </a:ln>
      </dgm:spPr>
      <dgm:t>
        <a:bodyPr/>
        <a:lstStyle/>
        <a:p>
          <a:endParaRPr lang="en-GB" dirty="0"/>
        </a:p>
      </dgm:t>
    </dgm:pt>
    <dgm:pt modelId="{0EE71E91-547A-4B2A-80F7-19D171832D79}">
      <dgm:prSet phldrT="[Text]" custT="1"/>
      <dgm:spPr>
        <a:noFill/>
        <a:ln>
          <a:solidFill>
            <a:srgbClr val="1536C1"/>
          </a:solidFill>
        </a:ln>
      </dgm:spPr>
      <dgm:t>
        <a:bodyPr/>
        <a:lstStyle/>
        <a:p>
          <a:r>
            <a:rPr lang="de-DE" sz="1400" dirty="0"/>
            <a:t>LDA</a:t>
          </a:r>
          <a:endParaRPr lang="en-GB" sz="1400" dirty="0"/>
        </a:p>
      </dgm:t>
    </dgm:pt>
    <dgm:pt modelId="{9E4B332D-AFA7-468B-B4B5-D569ECF9204D}" type="parTrans" cxnId="{8D584676-9E92-418A-ACB0-EC0491B2E41A}">
      <dgm:prSet/>
      <dgm:spPr/>
      <dgm:t>
        <a:bodyPr/>
        <a:lstStyle/>
        <a:p>
          <a:endParaRPr lang="en-GB"/>
        </a:p>
      </dgm:t>
    </dgm:pt>
    <dgm:pt modelId="{E5C38373-3785-4122-8BB5-D39D3F383074}" type="sibTrans" cxnId="{8D584676-9E92-418A-ACB0-EC0491B2E41A}">
      <dgm:prSet/>
      <dgm:spPr>
        <a:solidFill>
          <a:srgbClr val="1536C1"/>
        </a:solidFill>
        <a:ln>
          <a:noFill/>
        </a:ln>
      </dgm:spPr>
      <dgm:t>
        <a:bodyPr/>
        <a:lstStyle/>
        <a:p>
          <a:endParaRPr lang="en-GB"/>
        </a:p>
      </dgm:t>
    </dgm:pt>
    <dgm:pt modelId="{646B7606-41C9-4C10-8F4E-62A876CDEE22}">
      <dgm:prSet phldrT="[Text]" custT="1"/>
      <dgm:spPr>
        <a:noFill/>
        <a:ln>
          <a:solidFill>
            <a:srgbClr val="C3CDF9"/>
          </a:solidFill>
        </a:ln>
      </dgm:spPr>
      <dgm:t>
        <a:bodyPr/>
        <a:lstStyle/>
        <a:p>
          <a:r>
            <a:rPr lang="de-DE" sz="1400" dirty="0"/>
            <a:t>Analyse</a:t>
          </a:r>
          <a:endParaRPr lang="en-GB" sz="1400" dirty="0"/>
        </a:p>
      </dgm:t>
    </dgm:pt>
    <dgm:pt modelId="{89B935A8-39C0-4FD4-9BCC-356069F6899A}" type="parTrans" cxnId="{415A62A8-62C0-43BB-9585-D5663D2DEC13}">
      <dgm:prSet/>
      <dgm:spPr/>
      <dgm:t>
        <a:bodyPr/>
        <a:lstStyle/>
        <a:p>
          <a:endParaRPr lang="en-GB"/>
        </a:p>
      </dgm:t>
    </dgm:pt>
    <dgm:pt modelId="{D074D3F3-35CD-4E12-9818-AFE773666B5F}" type="sibTrans" cxnId="{415A62A8-62C0-43BB-9585-D5663D2DEC13}">
      <dgm:prSet/>
      <dgm:spPr/>
      <dgm:t>
        <a:bodyPr/>
        <a:lstStyle/>
        <a:p>
          <a:endParaRPr lang="en-GB"/>
        </a:p>
      </dgm:t>
    </dgm:pt>
    <dgm:pt modelId="{308F9A61-5856-49AF-9B8E-CDC69325DF09}">
      <dgm:prSet custT="1"/>
      <dgm:spPr>
        <a:ln>
          <a:solidFill>
            <a:srgbClr val="2C50E8"/>
          </a:solidFill>
        </a:ln>
      </dgm:spPr>
      <dgm:t>
        <a:bodyPr/>
        <a:lstStyle/>
        <a:p>
          <a:r>
            <a:rPr lang="de-DE" sz="1400" dirty="0"/>
            <a:t>Themen</a:t>
          </a:r>
          <a:endParaRPr lang="en-GB" sz="1500" dirty="0"/>
        </a:p>
      </dgm:t>
    </dgm:pt>
    <dgm:pt modelId="{EE573F98-4971-4F3D-836D-25EC92FCF5DB}" type="parTrans" cxnId="{8EFAF43B-7FC8-44A1-BDEF-BC0EB8E836F7}">
      <dgm:prSet/>
      <dgm:spPr/>
      <dgm:t>
        <a:bodyPr/>
        <a:lstStyle/>
        <a:p>
          <a:endParaRPr lang="en-GB"/>
        </a:p>
      </dgm:t>
    </dgm:pt>
    <dgm:pt modelId="{4A594BCC-9A85-4E51-9584-86D7A16DFB7B}" type="sibTrans" cxnId="{8EFAF43B-7FC8-44A1-BDEF-BC0EB8E836F7}">
      <dgm:prSet/>
      <dgm:spPr>
        <a:solidFill>
          <a:srgbClr val="2C50E8"/>
        </a:solidFill>
      </dgm:spPr>
      <dgm:t>
        <a:bodyPr/>
        <a:lstStyle/>
        <a:p>
          <a:endParaRPr lang="en-GB"/>
        </a:p>
      </dgm:t>
    </dgm:pt>
    <dgm:pt modelId="{7F6ADD73-CEF5-476D-A292-FBF17074429A}">
      <dgm:prSet custT="1"/>
      <dgm:spPr>
        <a:ln>
          <a:solidFill>
            <a:srgbClr val="6D86EF"/>
          </a:solidFill>
        </a:ln>
      </dgm:spPr>
      <dgm:t>
        <a:bodyPr/>
        <a:lstStyle/>
        <a:p>
          <a:r>
            <a:rPr lang="de-DE" sz="1400" dirty="0"/>
            <a:t>Parteien</a:t>
          </a:r>
          <a:endParaRPr lang="en-GB" sz="1400" dirty="0"/>
        </a:p>
      </dgm:t>
    </dgm:pt>
    <dgm:pt modelId="{31C5E0A4-23AF-4C39-8FC4-2EDD46DA3FA2}" type="parTrans" cxnId="{1EB41005-C7FF-4CC7-83FF-46666B239AF1}">
      <dgm:prSet/>
      <dgm:spPr/>
      <dgm:t>
        <a:bodyPr/>
        <a:lstStyle/>
        <a:p>
          <a:endParaRPr lang="en-GB"/>
        </a:p>
      </dgm:t>
    </dgm:pt>
    <dgm:pt modelId="{4B93197B-58B5-4AD2-B817-7504B2F4DB1E}" type="sibTrans" cxnId="{1EB41005-C7FF-4CC7-83FF-46666B239AF1}">
      <dgm:prSet/>
      <dgm:spPr>
        <a:solidFill>
          <a:srgbClr val="6D86EF"/>
        </a:solidFill>
        <a:ln>
          <a:solidFill>
            <a:srgbClr val="E5E5E5"/>
          </a:solidFill>
        </a:ln>
      </dgm:spPr>
      <dgm:t>
        <a:bodyPr/>
        <a:lstStyle/>
        <a:p>
          <a:endParaRPr lang="en-GB"/>
        </a:p>
      </dgm:t>
    </dgm:pt>
    <dgm:pt modelId="{431B34C5-B2A6-4168-B3DC-FE9DA8429ED3}" type="pres">
      <dgm:prSet presAssocID="{BA2C63C8-0970-45C4-8DBF-5C04D04681CD}" presName="linearFlow" presStyleCnt="0">
        <dgm:presLayoutVars>
          <dgm:resizeHandles val="exact"/>
        </dgm:presLayoutVars>
      </dgm:prSet>
      <dgm:spPr/>
    </dgm:pt>
    <dgm:pt modelId="{E024C706-F229-4CF5-B1C8-C1C5964AB546}" type="pres">
      <dgm:prSet presAssocID="{0A5D30E3-5D1E-4401-9D0B-D6358531CF42}" presName="node" presStyleLbl="node1" presStyleIdx="0" presStyleCnt="5">
        <dgm:presLayoutVars>
          <dgm:bulletEnabled val="1"/>
        </dgm:presLayoutVars>
      </dgm:prSet>
      <dgm:spPr/>
    </dgm:pt>
    <dgm:pt modelId="{2F81DBD8-C23A-4733-907F-5E54F98642A9}" type="pres">
      <dgm:prSet presAssocID="{7EDD2A3F-DDD7-44F3-BA09-A544151D0DED}" presName="sibTrans" presStyleLbl="sibTrans2D1" presStyleIdx="0" presStyleCnt="4"/>
      <dgm:spPr/>
    </dgm:pt>
    <dgm:pt modelId="{121555BE-2E71-4779-B4CC-8589A70B229C}" type="pres">
      <dgm:prSet presAssocID="{7EDD2A3F-DDD7-44F3-BA09-A544151D0DED}" presName="connectorText" presStyleLbl="sibTrans2D1" presStyleIdx="0" presStyleCnt="4"/>
      <dgm:spPr/>
    </dgm:pt>
    <dgm:pt modelId="{E78079BD-0333-4F0E-B637-FF49B286300F}" type="pres">
      <dgm:prSet presAssocID="{0EE71E91-547A-4B2A-80F7-19D171832D79}" presName="node" presStyleLbl="node1" presStyleIdx="1" presStyleCnt="5">
        <dgm:presLayoutVars>
          <dgm:bulletEnabled val="1"/>
        </dgm:presLayoutVars>
      </dgm:prSet>
      <dgm:spPr/>
    </dgm:pt>
    <dgm:pt modelId="{90871EDC-0F50-4073-9F3E-B5F7A086A5E5}" type="pres">
      <dgm:prSet presAssocID="{E5C38373-3785-4122-8BB5-D39D3F383074}" presName="sibTrans" presStyleLbl="sibTrans2D1" presStyleIdx="1" presStyleCnt="4"/>
      <dgm:spPr/>
    </dgm:pt>
    <dgm:pt modelId="{C1562774-04A3-43F1-8E69-F230B5E6FDBF}" type="pres">
      <dgm:prSet presAssocID="{E5C38373-3785-4122-8BB5-D39D3F383074}" presName="connectorText" presStyleLbl="sibTrans2D1" presStyleIdx="1" presStyleCnt="4"/>
      <dgm:spPr/>
    </dgm:pt>
    <dgm:pt modelId="{B7930598-8101-4EBC-8B5C-E9DBB0DBF4FE}" type="pres">
      <dgm:prSet presAssocID="{308F9A61-5856-49AF-9B8E-CDC69325DF09}" presName="node" presStyleLbl="node1" presStyleIdx="2" presStyleCnt="5">
        <dgm:presLayoutVars>
          <dgm:bulletEnabled val="1"/>
        </dgm:presLayoutVars>
      </dgm:prSet>
      <dgm:spPr/>
    </dgm:pt>
    <dgm:pt modelId="{993B08AF-3AF6-4D16-A6F0-258505378BF5}" type="pres">
      <dgm:prSet presAssocID="{4A594BCC-9A85-4E51-9584-86D7A16DFB7B}" presName="sibTrans" presStyleLbl="sibTrans2D1" presStyleIdx="2" presStyleCnt="4"/>
      <dgm:spPr/>
    </dgm:pt>
    <dgm:pt modelId="{E1BF8A7F-8A58-4808-B400-1C5E7599EABF}" type="pres">
      <dgm:prSet presAssocID="{4A594BCC-9A85-4E51-9584-86D7A16DFB7B}" presName="connectorText" presStyleLbl="sibTrans2D1" presStyleIdx="2" presStyleCnt="4"/>
      <dgm:spPr/>
    </dgm:pt>
    <dgm:pt modelId="{C3972F5F-8D7B-4DFD-AB38-EA0FB89BD36E}" type="pres">
      <dgm:prSet presAssocID="{7F6ADD73-CEF5-476D-A292-FBF17074429A}" presName="node" presStyleLbl="node1" presStyleIdx="3" presStyleCnt="5">
        <dgm:presLayoutVars>
          <dgm:bulletEnabled val="1"/>
        </dgm:presLayoutVars>
      </dgm:prSet>
      <dgm:spPr/>
    </dgm:pt>
    <dgm:pt modelId="{E969283F-8C5E-4225-B346-CB2ABA7681DC}" type="pres">
      <dgm:prSet presAssocID="{4B93197B-58B5-4AD2-B817-7504B2F4DB1E}" presName="sibTrans" presStyleLbl="sibTrans2D1" presStyleIdx="3" presStyleCnt="4"/>
      <dgm:spPr/>
    </dgm:pt>
    <dgm:pt modelId="{B958E8EB-7B14-4F35-A66F-6A928AAA12EB}" type="pres">
      <dgm:prSet presAssocID="{4B93197B-58B5-4AD2-B817-7504B2F4DB1E}" presName="connectorText" presStyleLbl="sibTrans2D1" presStyleIdx="3" presStyleCnt="4"/>
      <dgm:spPr/>
    </dgm:pt>
    <dgm:pt modelId="{06CCB706-7AEE-460F-9D72-354441FA21EE}" type="pres">
      <dgm:prSet presAssocID="{646B7606-41C9-4C10-8F4E-62A876CDEE22}" presName="node" presStyleLbl="node1" presStyleIdx="4" presStyleCnt="5">
        <dgm:presLayoutVars>
          <dgm:bulletEnabled val="1"/>
        </dgm:presLayoutVars>
      </dgm:prSet>
      <dgm:spPr/>
    </dgm:pt>
  </dgm:ptLst>
  <dgm:cxnLst>
    <dgm:cxn modelId="{1EB41005-C7FF-4CC7-83FF-46666B239AF1}" srcId="{BA2C63C8-0970-45C4-8DBF-5C04D04681CD}" destId="{7F6ADD73-CEF5-476D-A292-FBF17074429A}" srcOrd="3" destOrd="0" parTransId="{31C5E0A4-23AF-4C39-8FC4-2EDD46DA3FA2}" sibTransId="{4B93197B-58B5-4AD2-B817-7504B2F4DB1E}"/>
    <dgm:cxn modelId="{D1DB5D13-4D13-4BD1-8DFB-5819807C7621}" type="presOf" srcId="{E5C38373-3785-4122-8BB5-D39D3F383074}" destId="{C1562774-04A3-43F1-8E69-F230B5E6FDBF}" srcOrd="1" destOrd="0" presId="urn:microsoft.com/office/officeart/2005/8/layout/process2"/>
    <dgm:cxn modelId="{A5018F1E-DDF2-4608-B6F9-B065E9814FC3}" type="presOf" srcId="{E5C38373-3785-4122-8BB5-D39D3F383074}" destId="{90871EDC-0F50-4073-9F3E-B5F7A086A5E5}" srcOrd="0" destOrd="0" presId="urn:microsoft.com/office/officeart/2005/8/layout/process2"/>
    <dgm:cxn modelId="{FA19F41E-BDAE-4FCA-BD9A-2F79FE4EF8B8}" type="presOf" srcId="{4A594BCC-9A85-4E51-9584-86D7A16DFB7B}" destId="{E1BF8A7F-8A58-4808-B400-1C5E7599EABF}" srcOrd="1" destOrd="0" presId="urn:microsoft.com/office/officeart/2005/8/layout/process2"/>
    <dgm:cxn modelId="{B4C4B62F-4CB1-4690-8A78-DC9300D6DD40}" type="presOf" srcId="{4B93197B-58B5-4AD2-B817-7504B2F4DB1E}" destId="{B958E8EB-7B14-4F35-A66F-6A928AAA12EB}" srcOrd="1" destOrd="0" presId="urn:microsoft.com/office/officeart/2005/8/layout/process2"/>
    <dgm:cxn modelId="{8EFAF43B-7FC8-44A1-BDEF-BC0EB8E836F7}" srcId="{BA2C63C8-0970-45C4-8DBF-5C04D04681CD}" destId="{308F9A61-5856-49AF-9B8E-CDC69325DF09}" srcOrd="2" destOrd="0" parTransId="{EE573F98-4971-4F3D-836D-25EC92FCF5DB}" sibTransId="{4A594BCC-9A85-4E51-9584-86D7A16DFB7B}"/>
    <dgm:cxn modelId="{7C56A63C-D997-4210-A3F7-240FCBB40436}" type="presOf" srcId="{0A5D30E3-5D1E-4401-9D0B-D6358531CF42}" destId="{E024C706-F229-4CF5-B1C8-C1C5964AB546}" srcOrd="0" destOrd="0" presId="urn:microsoft.com/office/officeart/2005/8/layout/process2"/>
    <dgm:cxn modelId="{4EE98A74-975B-4C80-A474-4D156B1A2D90}" type="presOf" srcId="{646B7606-41C9-4C10-8F4E-62A876CDEE22}" destId="{06CCB706-7AEE-460F-9D72-354441FA21EE}" srcOrd="0" destOrd="0" presId="urn:microsoft.com/office/officeart/2005/8/layout/process2"/>
    <dgm:cxn modelId="{8D584676-9E92-418A-ACB0-EC0491B2E41A}" srcId="{BA2C63C8-0970-45C4-8DBF-5C04D04681CD}" destId="{0EE71E91-547A-4B2A-80F7-19D171832D79}" srcOrd="1" destOrd="0" parTransId="{9E4B332D-AFA7-468B-B4B5-D569ECF9204D}" sibTransId="{E5C38373-3785-4122-8BB5-D39D3F383074}"/>
    <dgm:cxn modelId="{91E14D8F-E75D-4E6A-A57E-525C90715A17}" type="presOf" srcId="{308F9A61-5856-49AF-9B8E-CDC69325DF09}" destId="{B7930598-8101-4EBC-8B5C-E9DBB0DBF4FE}" srcOrd="0" destOrd="0" presId="urn:microsoft.com/office/officeart/2005/8/layout/process2"/>
    <dgm:cxn modelId="{94A11792-2D10-4C55-BA47-3D693B0F3E62}" type="presOf" srcId="{7EDD2A3F-DDD7-44F3-BA09-A544151D0DED}" destId="{2F81DBD8-C23A-4733-907F-5E54F98642A9}" srcOrd="0" destOrd="0" presId="urn:microsoft.com/office/officeart/2005/8/layout/process2"/>
    <dgm:cxn modelId="{415A62A8-62C0-43BB-9585-D5663D2DEC13}" srcId="{BA2C63C8-0970-45C4-8DBF-5C04D04681CD}" destId="{646B7606-41C9-4C10-8F4E-62A876CDEE22}" srcOrd="4" destOrd="0" parTransId="{89B935A8-39C0-4FD4-9BCC-356069F6899A}" sibTransId="{D074D3F3-35CD-4E12-9818-AFE773666B5F}"/>
    <dgm:cxn modelId="{FA8422B6-388C-4C29-9402-1CF33AA45BE5}" type="presOf" srcId="{BA2C63C8-0970-45C4-8DBF-5C04D04681CD}" destId="{431B34C5-B2A6-4168-B3DC-FE9DA8429ED3}" srcOrd="0" destOrd="0" presId="urn:microsoft.com/office/officeart/2005/8/layout/process2"/>
    <dgm:cxn modelId="{69369CC9-2342-4653-BDEC-4ABE4594C2FC}" type="presOf" srcId="{4A594BCC-9A85-4E51-9584-86D7A16DFB7B}" destId="{993B08AF-3AF6-4D16-A6F0-258505378BF5}" srcOrd="0" destOrd="0" presId="urn:microsoft.com/office/officeart/2005/8/layout/process2"/>
    <dgm:cxn modelId="{B2AE4BDD-13CB-434F-A678-B714BC75F3BF}" type="presOf" srcId="{7EDD2A3F-DDD7-44F3-BA09-A544151D0DED}" destId="{121555BE-2E71-4779-B4CC-8589A70B229C}" srcOrd="1" destOrd="0" presId="urn:microsoft.com/office/officeart/2005/8/layout/process2"/>
    <dgm:cxn modelId="{B42940DE-28E8-484C-82C8-20B85ABD938A}" srcId="{BA2C63C8-0970-45C4-8DBF-5C04D04681CD}" destId="{0A5D30E3-5D1E-4401-9D0B-D6358531CF42}" srcOrd="0" destOrd="0" parTransId="{FDE7D813-5D9E-429D-B696-82138B36F368}" sibTransId="{7EDD2A3F-DDD7-44F3-BA09-A544151D0DED}"/>
    <dgm:cxn modelId="{60DB43F1-25E3-47E6-AA14-D059541CD99C}" type="presOf" srcId="{7F6ADD73-CEF5-476D-A292-FBF17074429A}" destId="{C3972F5F-8D7B-4DFD-AB38-EA0FB89BD36E}" srcOrd="0" destOrd="0" presId="urn:microsoft.com/office/officeart/2005/8/layout/process2"/>
    <dgm:cxn modelId="{66F447FA-4F5A-48C4-8CEF-E78EBD5D4F3E}" type="presOf" srcId="{0EE71E91-547A-4B2A-80F7-19D171832D79}" destId="{E78079BD-0333-4F0E-B637-FF49B286300F}" srcOrd="0" destOrd="0" presId="urn:microsoft.com/office/officeart/2005/8/layout/process2"/>
    <dgm:cxn modelId="{00B9A6FD-EA23-4500-A5F9-309F0E34229F}" type="presOf" srcId="{4B93197B-58B5-4AD2-B817-7504B2F4DB1E}" destId="{E969283F-8C5E-4225-B346-CB2ABA7681DC}" srcOrd="0" destOrd="0" presId="urn:microsoft.com/office/officeart/2005/8/layout/process2"/>
    <dgm:cxn modelId="{17760021-7E80-45EA-B585-93CDA0C47776}" type="presParOf" srcId="{431B34C5-B2A6-4168-B3DC-FE9DA8429ED3}" destId="{E024C706-F229-4CF5-B1C8-C1C5964AB546}" srcOrd="0" destOrd="0" presId="urn:microsoft.com/office/officeart/2005/8/layout/process2"/>
    <dgm:cxn modelId="{6713AF29-AE04-4B2A-A841-34A1C5748A69}" type="presParOf" srcId="{431B34C5-B2A6-4168-B3DC-FE9DA8429ED3}" destId="{2F81DBD8-C23A-4733-907F-5E54F98642A9}" srcOrd="1" destOrd="0" presId="urn:microsoft.com/office/officeart/2005/8/layout/process2"/>
    <dgm:cxn modelId="{30EF0E1E-1DC3-4934-987E-57BCB41A7755}" type="presParOf" srcId="{2F81DBD8-C23A-4733-907F-5E54F98642A9}" destId="{121555BE-2E71-4779-B4CC-8589A70B229C}" srcOrd="0" destOrd="0" presId="urn:microsoft.com/office/officeart/2005/8/layout/process2"/>
    <dgm:cxn modelId="{C6569C28-A365-482B-A8F5-1F601B05AE22}" type="presParOf" srcId="{431B34C5-B2A6-4168-B3DC-FE9DA8429ED3}" destId="{E78079BD-0333-4F0E-B637-FF49B286300F}" srcOrd="2" destOrd="0" presId="urn:microsoft.com/office/officeart/2005/8/layout/process2"/>
    <dgm:cxn modelId="{2EC541D4-C5AC-4601-B1BE-ED5B841DA201}" type="presParOf" srcId="{431B34C5-B2A6-4168-B3DC-FE9DA8429ED3}" destId="{90871EDC-0F50-4073-9F3E-B5F7A086A5E5}" srcOrd="3" destOrd="0" presId="urn:microsoft.com/office/officeart/2005/8/layout/process2"/>
    <dgm:cxn modelId="{FF1D6AAD-1435-40BE-A72B-F0AB21CC581E}" type="presParOf" srcId="{90871EDC-0F50-4073-9F3E-B5F7A086A5E5}" destId="{C1562774-04A3-43F1-8E69-F230B5E6FDBF}" srcOrd="0" destOrd="0" presId="urn:microsoft.com/office/officeart/2005/8/layout/process2"/>
    <dgm:cxn modelId="{E0208956-81DB-4854-BD9F-E0B5FA92E916}" type="presParOf" srcId="{431B34C5-B2A6-4168-B3DC-FE9DA8429ED3}" destId="{B7930598-8101-4EBC-8B5C-E9DBB0DBF4FE}" srcOrd="4" destOrd="0" presId="urn:microsoft.com/office/officeart/2005/8/layout/process2"/>
    <dgm:cxn modelId="{A0961697-8DED-4DC7-A78F-0099F9039E17}" type="presParOf" srcId="{431B34C5-B2A6-4168-B3DC-FE9DA8429ED3}" destId="{993B08AF-3AF6-4D16-A6F0-258505378BF5}" srcOrd="5" destOrd="0" presId="urn:microsoft.com/office/officeart/2005/8/layout/process2"/>
    <dgm:cxn modelId="{A9FCFA67-C2B4-4C73-B5C6-09881D6AEC9C}" type="presParOf" srcId="{993B08AF-3AF6-4D16-A6F0-258505378BF5}" destId="{E1BF8A7F-8A58-4808-B400-1C5E7599EABF}" srcOrd="0" destOrd="0" presId="urn:microsoft.com/office/officeart/2005/8/layout/process2"/>
    <dgm:cxn modelId="{ABD386FB-1850-4BD6-9448-D9A0236E9F5C}" type="presParOf" srcId="{431B34C5-B2A6-4168-B3DC-FE9DA8429ED3}" destId="{C3972F5F-8D7B-4DFD-AB38-EA0FB89BD36E}" srcOrd="6" destOrd="0" presId="urn:microsoft.com/office/officeart/2005/8/layout/process2"/>
    <dgm:cxn modelId="{7CE1C4DA-800D-4FAA-98F1-C944DF654E52}" type="presParOf" srcId="{431B34C5-B2A6-4168-B3DC-FE9DA8429ED3}" destId="{E969283F-8C5E-4225-B346-CB2ABA7681DC}" srcOrd="7" destOrd="0" presId="urn:microsoft.com/office/officeart/2005/8/layout/process2"/>
    <dgm:cxn modelId="{049BB56D-A763-4588-8F7A-D89E5C9013F4}" type="presParOf" srcId="{E969283F-8C5E-4225-B346-CB2ABA7681DC}" destId="{B958E8EB-7B14-4F35-A66F-6A928AAA12EB}" srcOrd="0" destOrd="0" presId="urn:microsoft.com/office/officeart/2005/8/layout/process2"/>
    <dgm:cxn modelId="{162C362E-3F4B-4055-87D4-DE48DF54AAA4}" type="presParOf" srcId="{431B34C5-B2A6-4168-B3DC-FE9DA8429ED3}" destId="{06CCB706-7AEE-460F-9D72-354441FA21EE}" srcOrd="8" destOrd="0" presId="urn:microsoft.com/office/officeart/2005/8/layout/process2"/>
  </dgm:cxnLst>
  <dgm:bg/>
  <dgm:whole/>
  <dgm:extLst>
    <a:ext uri="http://schemas.microsoft.com/office/drawing/2008/diagram">
      <dsp:dataModelExt xmlns:dsp="http://schemas.microsoft.com/office/drawing/2008/diagram" relId="rId2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24C706-F229-4CF5-B1C8-C1C5964AB546}">
      <dsp:nvSpPr>
        <dsp:cNvPr id="0" name=""/>
        <dsp:cNvSpPr/>
      </dsp:nvSpPr>
      <dsp:spPr>
        <a:xfrm>
          <a:off x="118668" y="294"/>
          <a:ext cx="803687" cy="344197"/>
        </a:xfrm>
        <a:prstGeom prst="roundRect">
          <a:avLst>
            <a:gd name="adj" fmla="val 10000"/>
          </a:avLst>
        </a:prstGeom>
        <a:noFill/>
        <a:ln w="25400" cap="flat" cmpd="sng" algn="ctr">
          <a:solidFill>
            <a:srgbClr val="0C1F7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dirty="0"/>
            <a:t>Daten</a:t>
          </a:r>
          <a:endParaRPr lang="en-GB" sz="1500" kern="1200" dirty="0"/>
        </a:p>
      </dsp:txBody>
      <dsp:txXfrm>
        <a:off x="128749" y="10375"/>
        <a:ext cx="783525" cy="324035"/>
      </dsp:txXfrm>
    </dsp:sp>
    <dsp:sp modelId="{2F81DBD8-C23A-4733-907F-5E54F98642A9}">
      <dsp:nvSpPr>
        <dsp:cNvPr id="0" name=""/>
        <dsp:cNvSpPr/>
      </dsp:nvSpPr>
      <dsp:spPr>
        <a:xfrm rot="5400000">
          <a:off x="455974" y="353096"/>
          <a:ext cx="129074" cy="154888"/>
        </a:xfrm>
        <a:prstGeom prst="rightArrow">
          <a:avLst>
            <a:gd name="adj1" fmla="val 60000"/>
            <a:gd name="adj2" fmla="val 50000"/>
          </a:avLst>
        </a:prstGeom>
        <a:solidFill>
          <a:srgbClr val="0C1F72"/>
        </a:solidFill>
        <a:ln>
          <a:solidFill>
            <a:srgbClr val="E5E5E5"/>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GB" sz="600" kern="1200" dirty="0"/>
        </a:p>
      </dsp:txBody>
      <dsp:txXfrm rot="-5400000">
        <a:off x="474045" y="366003"/>
        <a:ext cx="92932" cy="90352"/>
      </dsp:txXfrm>
    </dsp:sp>
    <dsp:sp modelId="{E78079BD-0333-4F0E-B637-FF49B286300F}">
      <dsp:nvSpPr>
        <dsp:cNvPr id="0" name=""/>
        <dsp:cNvSpPr/>
      </dsp:nvSpPr>
      <dsp:spPr>
        <a:xfrm>
          <a:off x="118668" y="516590"/>
          <a:ext cx="803687" cy="344197"/>
        </a:xfrm>
        <a:prstGeom prst="roundRect">
          <a:avLst>
            <a:gd name="adj" fmla="val 10000"/>
          </a:avLst>
        </a:prstGeom>
        <a:noFill/>
        <a:ln w="25400" cap="flat" cmpd="sng" algn="ctr">
          <a:solidFill>
            <a:srgbClr val="1536C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dirty="0"/>
            <a:t>LDA</a:t>
          </a:r>
          <a:endParaRPr lang="en-GB" sz="1400" kern="1200" dirty="0"/>
        </a:p>
      </dsp:txBody>
      <dsp:txXfrm>
        <a:off x="128749" y="526671"/>
        <a:ext cx="783525" cy="324035"/>
      </dsp:txXfrm>
    </dsp:sp>
    <dsp:sp modelId="{90871EDC-0F50-4073-9F3E-B5F7A086A5E5}">
      <dsp:nvSpPr>
        <dsp:cNvPr id="0" name=""/>
        <dsp:cNvSpPr/>
      </dsp:nvSpPr>
      <dsp:spPr>
        <a:xfrm rot="5400000">
          <a:off x="455974" y="869392"/>
          <a:ext cx="129074" cy="154888"/>
        </a:xfrm>
        <a:prstGeom prst="rightArrow">
          <a:avLst>
            <a:gd name="adj1" fmla="val 60000"/>
            <a:gd name="adj2" fmla="val 50000"/>
          </a:avLst>
        </a:prstGeom>
        <a:solidFill>
          <a:srgbClr val="1536C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GB" sz="600" kern="1200"/>
        </a:p>
      </dsp:txBody>
      <dsp:txXfrm rot="-5400000">
        <a:off x="474045" y="882299"/>
        <a:ext cx="92932" cy="90352"/>
      </dsp:txXfrm>
    </dsp:sp>
    <dsp:sp modelId="{B7930598-8101-4EBC-8B5C-E9DBB0DBF4FE}">
      <dsp:nvSpPr>
        <dsp:cNvPr id="0" name=""/>
        <dsp:cNvSpPr/>
      </dsp:nvSpPr>
      <dsp:spPr>
        <a:xfrm>
          <a:off x="118668" y="1032886"/>
          <a:ext cx="803687" cy="344197"/>
        </a:xfrm>
        <a:prstGeom prst="roundRect">
          <a:avLst>
            <a:gd name="adj" fmla="val 10000"/>
          </a:avLst>
        </a:prstGeom>
        <a:solidFill>
          <a:schemeClr val="lt1">
            <a:hueOff val="0"/>
            <a:satOff val="0"/>
            <a:lumOff val="0"/>
            <a:alphaOff val="0"/>
          </a:schemeClr>
        </a:solidFill>
        <a:ln w="25400" cap="flat" cmpd="sng" algn="ctr">
          <a:solidFill>
            <a:srgbClr val="2C50E8"/>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dirty="0"/>
            <a:t>Themen</a:t>
          </a:r>
          <a:endParaRPr lang="en-GB" sz="1500" kern="1200" dirty="0"/>
        </a:p>
      </dsp:txBody>
      <dsp:txXfrm>
        <a:off x="128749" y="1042967"/>
        <a:ext cx="783525" cy="324035"/>
      </dsp:txXfrm>
    </dsp:sp>
    <dsp:sp modelId="{993B08AF-3AF6-4D16-A6F0-258505378BF5}">
      <dsp:nvSpPr>
        <dsp:cNvPr id="0" name=""/>
        <dsp:cNvSpPr/>
      </dsp:nvSpPr>
      <dsp:spPr>
        <a:xfrm rot="5400000">
          <a:off x="455974" y="1385689"/>
          <a:ext cx="129074" cy="154888"/>
        </a:xfrm>
        <a:prstGeom prst="rightArrow">
          <a:avLst>
            <a:gd name="adj1" fmla="val 60000"/>
            <a:gd name="adj2" fmla="val 50000"/>
          </a:avLst>
        </a:prstGeom>
        <a:solidFill>
          <a:srgbClr val="2C50E8"/>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GB" sz="600" kern="1200"/>
        </a:p>
      </dsp:txBody>
      <dsp:txXfrm rot="-5400000">
        <a:off x="474045" y="1398596"/>
        <a:ext cx="92932" cy="90352"/>
      </dsp:txXfrm>
    </dsp:sp>
    <dsp:sp modelId="{C3972F5F-8D7B-4DFD-AB38-EA0FB89BD36E}">
      <dsp:nvSpPr>
        <dsp:cNvPr id="0" name=""/>
        <dsp:cNvSpPr/>
      </dsp:nvSpPr>
      <dsp:spPr>
        <a:xfrm>
          <a:off x="118668" y="1549183"/>
          <a:ext cx="803687" cy="344197"/>
        </a:xfrm>
        <a:prstGeom prst="roundRect">
          <a:avLst>
            <a:gd name="adj" fmla="val 10000"/>
          </a:avLst>
        </a:prstGeom>
        <a:solidFill>
          <a:schemeClr val="lt1">
            <a:hueOff val="0"/>
            <a:satOff val="0"/>
            <a:lumOff val="0"/>
            <a:alphaOff val="0"/>
          </a:schemeClr>
        </a:solidFill>
        <a:ln w="25400" cap="flat" cmpd="sng" algn="ctr">
          <a:solidFill>
            <a:srgbClr val="6D86EF"/>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dirty="0"/>
            <a:t>Parteien</a:t>
          </a:r>
          <a:endParaRPr lang="en-GB" sz="1400" kern="1200" dirty="0"/>
        </a:p>
      </dsp:txBody>
      <dsp:txXfrm>
        <a:off x="128749" y="1559264"/>
        <a:ext cx="783525" cy="324035"/>
      </dsp:txXfrm>
    </dsp:sp>
    <dsp:sp modelId="{E969283F-8C5E-4225-B346-CB2ABA7681DC}">
      <dsp:nvSpPr>
        <dsp:cNvPr id="0" name=""/>
        <dsp:cNvSpPr/>
      </dsp:nvSpPr>
      <dsp:spPr>
        <a:xfrm rot="5400000">
          <a:off x="455974" y="1901985"/>
          <a:ext cx="129074" cy="154888"/>
        </a:xfrm>
        <a:prstGeom prst="rightArrow">
          <a:avLst>
            <a:gd name="adj1" fmla="val 60000"/>
            <a:gd name="adj2" fmla="val 50000"/>
          </a:avLst>
        </a:prstGeom>
        <a:solidFill>
          <a:srgbClr val="6D86EF"/>
        </a:solidFill>
        <a:ln>
          <a:solidFill>
            <a:srgbClr val="E5E5E5"/>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GB" sz="600" kern="1200"/>
        </a:p>
      </dsp:txBody>
      <dsp:txXfrm rot="-5400000">
        <a:off x="474045" y="1914892"/>
        <a:ext cx="92932" cy="90352"/>
      </dsp:txXfrm>
    </dsp:sp>
    <dsp:sp modelId="{06CCB706-7AEE-460F-9D72-354441FA21EE}">
      <dsp:nvSpPr>
        <dsp:cNvPr id="0" name=""/>
        <dsp:cNvSpPr/>
      </dsp:nvSpPr>
      <dsp:spPr>
        <a:xfrm>
          <a:off x="118668" y="2065479"/>
          <a:ext cx="803687" cy="344197"/>
        </a:xfrm>
        <a:prstGeom prst="roundRect">
          <a:avLst>
            <a:gd name="adj" fmla="val 10000"/>
          </a:avLst>
        </a:prstGeom>
        <a:noFill/>
        <a:ln w="25400" cap="flat" cmpd="sng" algn="ctr">
          <a:solidFill>
            <a:srgbClr val="C3CDF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dirty="0"/>
            <a:t>Analyse</a:t>
          </a:r>
          <a:endParaRPr lang="en-GB" sz="1400" kern="1200" dirty="0"/>
        </a:p>
      </dsp:txBody>
      <dsp:txXfrm>
        <a:off x="128749" y="2075560"/>
        <a:ext cx="783525" cy="324035"/>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7CAD782-B485-49B5-A3BD-4E6E393EC598}" type="datetimeFigureOut">
              <a:rPr lang="de-DE" smtClean="0"/>
              <a:pPr/>
              <a:t>16.03.22</a:t>
            </a:fld>
            <a:endParaRPr lang="de-DE"/>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603FE17-E0DE-4727-8D0D-916DAE0CA91D}" type="slidenum">
              <a:rPr lang="de-DE" smtClean="0"/>
              <a:pPr/>
              <a:t>‹#›</a:t>
            </a:fld>
            <a:endParaRPr lang="de-DE"/>
          </a:p>
        </p:txBody>
      </p:sp>
    </p:spTree>
    <p:extLst>
      <p:ext uri="{BB962C8B-B14F-4D97-AF65-F5344CB8AC3E}">
        <p14:creationId xmlns:p14="http://schemas.microsoft.com/office/powerpoint/2010/main" val="26343385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979F83A-785F-4360-A784-5014DB85EF80}" type="datetimeFigureOut">
              <a:rPr lang="de-DE" smtClean="0"/>
              <a:pPr/>
              <a:t>16.03.22</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800A50D-30E1-41BB-BFC2-D3D818AB8EF9}" type="slidenum">
              <a:rPr lang="de-DE" smtClean="0"/>
              <a:pPr/>
              <a:t>‹#›</a:t>
            </a:fld>
            <a:endParaRPr lang="de-DE"/>
          </a:p>
        </p:txBody>
      </p:sp>
    </p:spTree>
    <p:extLst>
      <p:ext uri="{BB962C8B-B14F-4D97-AF65-F5344CB8AC3E}">
        <p14:creationId xmlns:p14="http://schemas.microsoft.com/office/powerpoint/2010/main" val="302029833"/>
      </p:ext>
    </p:extLst>
  </p:cSld>
  <p:clrMap bg1="lt1" tx1="dk1" bg2="lt2" tx2="dk2" accent1="accent1" accent2="accent2" accent3="accent3" accent4="accent4" accent5="accent5" accent6="accent6" hlink="hlink" folHlink="folHlink"/>
  <p:notesStyle>
    <a:lvl1pPr marL="0" algn="l" defTabSz="1491404" rtl="0" eaLnBrk="1" latinLnBrk="0" hangingPunct="1">
      <a:defRPr sz="1964" kern="1200">
        <a:solidFill>
          <a:schemeClr val="tx1"/>
        </a:solidFill>
        <a:latin typeface="+mn-lt"/>
        <a:ea typeface="+mn-ea"/>
        <a:cs typeface="+mn-cs"/>
      </a:defRPr>
    </a:lvl1pPr>
    <a:lvl2pPr marL="745702" algn="l" defTabSz="1491404" rtl="0" eaLnBrk="1" latinLnBrk="0" hangingPunct="1">
      <a:defRPr sz="1964" kern="1200">
        <a:solidFill>
          <a:schemeClr val="tx1"/>
        </a:solidFill>
        <a:latin typeface="+mn-lt"/>
        <a:ea typeface="+mn-ea"/>
        <a:cs typeface="+mn-cs"/>
      </a:defRPr>
    </a:lvl2pPr>
    <a:lvl3pPr marL="1491404" algn="l" defTabSz="1491404" rtl="0" eaLnBrk="1" latinLnBrk="0" hangingPunct="1">
      <a:defRPr sz="1964" kern="1200">
        <a:solidFill>
          <a:schemeClr val="tx1"/>
        </a:solidFill>
        <a:latin typeface="+mn-lt"/>
        <a:ea typeface="+mn-ea"/>
        <a:cs typeface="+mn-cs"/>
      </a:defRPr>
    </a:lvl3pPr>
    <a:lvl4pPr marL="2237105" algn="l" defTabSz="1491404" rtl="0" eaLnBrk="1" latinLnBrk="0" hangingPunct="1">
      <a:defRPr sz="1964" kern="1200">
        <a:solidFill>
          <a:schemeClr val="tx1"/>
        </a:solidFill>
        <a:latin typeface="+mn-lt"/>
        <a:ea typeface="+mn-ea"/>
        <a:cs typeface="+mn-cs"/>
      </a:defRPr>
    </a:lvl4pPr>
    <a:lvl5pPr marL="2982807" algn="l" defTabSz="1491404" rtl="0" eaLnBrk="1" latinLnBrk="0" hangingPunct="1">
      <a:defRPr sz="1964" kern="1200">
        <a:solidFill>
          <a:schemeClr val="tx1"/>
        </a:solidFill>
        <a:latin typeface="+mn-lt"/>
        <a:ea typeface="+mn-ea"/>
        <a:cs typeface="+mn-cs"/>
      </a:defRPr>
    </a:lvl5pPr>
    <a:lvl6pPr marL="3728508" algn="l" defTabSz="1491404" rtl="0" eaLnBrk="1" latinLnBrk="0" hangingPunct="1">
      <a:defRPr sz="1964" kern="1200">
        <a:solidFill>
          <a:schemeClr val="tx1"/>
        </a:solidFill>
        <a:latin typeface="+mn-lt"/>
        <a:ea typeface="+mn-ea"/>
        <a:cs typeface="+mn-cs"/>
      </a:defRPr>
    </a:lvl6pPr>
    <a:lvl7pPr marL="4474210" algn="l" defTabSz="1491404" rtl="0" eaLnBrk="1" latinLnBrk="0" hangingPunct="1">
      <a:defRPr sz="1964" kern="1200">
        <a:solidFill>
          <a:schemeClr val="tx1"/>
        </a:solidFill>
        <a:latin typeface="+mn-lt"/>
        <a:ea typeface="+mn-ea"/>
        <a:cs typeface="+mn-cs"/>
      </a:defRPr>
    </a:lvl7pPr>
    <a:lvl8pPr marL="5219912" algn="l" defTabSz="1491404" rtl="0" eaLnBrk="1" latinLnBrk="0" hangingPunct="1">
      <a:defRPr sz="1964" kern="1200">
        <a:solidFill>
          <a:schemeClr val="tx1"/>
        </a:solidFill>
        <a:latin typeface="+mn-lt"/>
        <a:ea typeface="+mn-ea"/>
        <a:cs typeface="+mn-cs"/>
      </a:defRPr>
    </a:lvl8pPr>
    <a:lvl9pPr marL="5965613" algn="l" defTabSz="1491404" rtl="0" eaLnBrk="1" latinLnBrk="0" hangingPunct="1">
      <a:defRPr sz="196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0800A50D-30E1-41BB-BFC2-D3D818AB8EF9}" type="slidenum">
              <a:rPr lang="de-DE" smtClean="0"/>
              <a:pPr/>
              <a:t>2</a:t>
            </a:fld>
            <a:endParaRPr lang="de-DE"/>
          </a:p>
        </p:txBody>
      </p:sp>
    </p:spTree>
    <p:extLst>
      <p:ext uri="{BB962C8B-B14F-4D97-AF65-F5344CB8AC3E}">
        <p14:creationId xmlns:p14="http://schemas.microsoft.com/office/powerpoint/2010/main" val="2098945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 Spalten">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8294193"/>
      </p:ext>
    </p:extLst>
  </p:cSld>
  <p:clrMapOvr>
    <a:masterClrMapping/>
  </p:clrMapOvr>
  <p:extLst>
    <p:ext uri="{DCECCB84-F9BA-43D5-87BE-67443E8EF086}">
      <p15:sldGuideLst xmlns:p15="http://schemas.microsoft.com/office/powerpoint/2012/main">
        <p15:guide id="1" orient="horz" pos="1716" userDrawn="1">
          <p15:clr>
            <a:srgbClr val="5ACBF0"/>
          </p15:clr>
        </p15:guide>
        <p15:guide id="2" pos="3853" userDrawn="1">
          <p15:clr>
            <a:srgbClr val="5ACBF0"/>
          </p15:clr>
        </p15:guide>
        <p15:guide id="3" pos="4156" userDrawn="1">
          <p15:clr>
            <a:srgbClr val="5ACBF0"/>
          </p15:clr>
        </p15:guide>
        <p15:guide id="5" pos="7651" userDrawn="1">
          <p15:clr>
            <a:srgbClr val="5ACBF0"/>
          </p15:clr>
        </p15:guide>
        <p15:guide id="6" orient="horz" pos="5753" userDrawn="1">
          <p15:clr>
            <a:srgbClr val="5ACBF0"/>
          </p15:clr>
        </p15:guide>
        <p15:guide id="7" orient="horz" pos="5834" userDrawn="1">
          <p15:clr>
            <a:srgbClr val="9FCC3B"/>
          </p15:clr>
        </p15:guide>
        <p15:guide id="8" orient="horz" pos="1570" userDrawn="1">
          <p15:clr>
            <a:srgbClr val="5ACBF0"/>
          </p15:clr>
        </p15:guide>
        <p15:guide id="12" pos="7375" userDrawn="1">
          <p15:clr>
            <a:srgbClr val="5ACBF0"/>
          </p15:clr>
        </p15:guide>
        <p15:guide id="13" orient="horz" pos="5905"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9AC9EBE-6BCB-0A48-A650-16E8ACB318B6}"/>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083" t="-78"/>
          <a:stretch/>
        </p:blipFill>
        <p:spPr>
          <a:xfrm>
            <a:off x="16216215" y="0"/>
            <a:ext cx="1533308" cy="1645155"/>
          </a:xfrm>
          <a:prstGeom prst="rect">
            <a:avLst/>
          </a:prstGeom>
        </p:spPr>
      </p:pic>
      <p:pic>
        <p:nvPicPr>
          <p:cNvPr id="3" name="Picture 2">
            <a:extLst>
              <a:ext uri="{FF2B5EF4-FFF2-40B4-BE49-F238E27FC236}">
                <a16:creationId xmlns:a16="http://schemas.microsoft.com/office/drawing/2014/main" id="{0067EEAE-C517-5C48-B2D3-BEDFA17CC34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05909" y="488697"/>
            <a:ext cx="900100" cy="900100"/>
          </a:xfrm>
          <a:prstGeom prst="rect">
            <a:avLst/>
          </a:prstGeom>
        </p:spPr>
      </p:pic>
    </p:spTree>
  </p:cSld>
  <p:clrMap bg1="lt1" tx1="dk1" bg2="lt2" tx2="dk2" accent1="accent1" accent2="accent2" accent3="accent3" accent4="accent4" accent5="accent5" accent6="accent6" hlink="hlink" folHlink="folHlink"/>
  <p:sldLayoutIdLst>
    <p:sldLayoutId id="2147483650" r:id="rId1"/>
  </p:sldLayoutIdLst>
  <p:hf sldNum="0" hdr="0" dt="0"/>
  <p:txStyles>
    <p:titleStyle>
      <a:lvl1pPr algn="l" defTabSz="1004407" rtl="0" eaLnBrk="1" latinLnBrk="0" hangingPunct="1">
        <a:spcBef>
          <a:spcPct val="0"/>
        </a:spcBef>
        <a:buNone/>
        <a:defRPr lang="de-DE" sz="2260" kern="1200" baseline="0" smtClean="0">
          <a:solidFill>
            <a:schemeClr val="tx1"/>
          </a:solidFill>
          <a:latin typeface="Arial" pitchFamily="34" charset="0"/>
          <a:ea typeface="+mj-ea"/>
          <a:cs typeface="Arial" pitchFamily="34" charset="0"/>
        </a:defRPr>
      </a:lvl1pPr>
    </p:titleStyle>
    <p:bodyStyle>
      <a:lvl1pPr marL="0" indent="0" algn="l" defTabSz="1004407" rtl="0" eaLnBrk="1" latinLnBrk="0" hangingPunct="1">
        <a:spcBef>
          <a:spcPct val="20000"/>
        </a:spcBef>
        <a:buFont typeface="Arial" pitchFamily="34" charset="0"/>
        <a:buNone/>
        <a:defRPr sz="1298" kern="1200">
          <a:solidFill>
            <a:schemeClr val="tx1"/>
          </a:solidFill>
          <a:latin typeface="Arial" pitchFamily="34" charset="0"/>
          <a:ea typeface="+mn-ea"/>
          <a:cs typeface="Arial" pitchFamily="34" charset="0"/>
        </a:defRPr>
      </a:lvl1pPr>
      <a:lvl2pPr marL="816081" indent="-313877" algn="l" defTabSz="1004407" rtl="0" eaLnBrk="1" latinLnBrk="0" hangingPunct="1">
        <a:spcBef>
          <a:spcPct val="20000"/>
        </a:spcBef>
        <a:buFont typeface="Arial" pitchFamily="34" charset="0"/>
        <a:buChar char="–"/>
        <a:defRPr sz="1298" kern="1200">
          <a:solidFill>
            <a:schemeClr val="tx1"/>
          </a:solidFill>
          <a:latin typeface="Arial" pitchFamily="34" charset="0"/>
          <a:ea typeface="+mn-ea"/>
          <a:cs typeface="Arial" pitchFamily="34" charset="0"/>
        </a:defRPr>
      </a:lvl2pPr>
      <a:lvl3pPr marL="1255509" indent="-251101" algn="l" defTabSz="1004407" rtl="0" eaLnBrk="1" latinLnBrk="0" hangingPunct="1">
        <a:spcBef>
          <a:spcPct val="20000"/>
        </a:spcBef>
        <a:buFont typeface="Arial" pitchFamily="34" charset="0"/>
        <a:buChar char="•"/>
        <a:defRPr sz="1298" kern="1200">
          <a:solidFill>
            <a:schemeClr val="tx1"/>
          </a:solidFill>
          <a:latin typeface="Arial" pitchFamily="34" charset="0"/>
          <a:ea typeface="+mn-ea"/>
          <a:cs typeface="Arial" pitchFamily="34" charset="0"/>
        </a:defRPr>
      </a:lvl3pPr>
      <a:lvl4pPr marL="1757712" indent="-251101" algn="l" defTabSz="1004407" rtl="0" eaLnBrk="1" latinLnBrk="0" hangingPunct="1">
        <a:spcBef>
          <a:spcPct val="20000"/>
        </a:spcBef>
        <a:buFont typeface="Arial" pitchFamily="34" charset="0"/>
        <a:buChar char="–"/>
        <a:defRPr sz="1298" kern="1200">
          <a:solidFill>
            <a:schemeClr val="tx1"/>
          </a:solidFill>
          <a:latin typeface="Arial" pitchFamily="34" charset="0"/>
          <a:ea typeface="+mn-ea"/>
          <a:cs typeface="Arial" pitchFamily="34" charset="0"/>
        </a:defRPr>
      </a:lvl4pPr>
      <a:lvl5pPr marL="2259915" indent="-251101" algn="l" defTabSz="1004407" rtl="0" eaLnBrk="1" latinLnBrk="0" hangingPunct="1">
        <a:spcBef>
          <a:spcPct val="20000"/>
        </a:spcBef>
        <a:buFont typeface="Arial" pitchFamily="34" charset="0"/>
        <a:buChar char="»"/>
        <a:defRPr sz="1298" kern="1200">
          <a:solidFill>
            <a:schemeClr val="tx1"/>
          </a:solidFill>
          <a:latin typeface="Arial" pitchFamily="34" charset="0"/>
          <a:ea typeface="+mn-ea"/>
          <a:cs typeface="Arial" pitchFamily="34" charset="0"/>
        </a:defRPr>
      </a:lvl5pPr>
      <a:lvl6pPr marL="2762118" indent="-251101" algn="l" defTabSz="1004407" rtl="0" eaLnBrk="1" latinLnBrk="0" hangingPunct="1">
        <a:spcBef>
          <a:spcPct val="20000"/>
        </a:spcBef>
        <a:buFont typeface="Arial" pitchFamily="34" charset="0"/>
        <a:buChar char="•"/>
        <a:defRPr sz="2189" kern="1200">
          <a:solidFill>
            <a:schemeClr val="tx1"/>
          </a:solidFill>
          <a:latin typeface="+mn-lt"/>
          <a:ea typeface="+mn-ea"/>
          <a:cs typeface="+mn-cs"/>
        </a:defRPr>
      </a:lvl6pPr>
      <a:lvl7pPr marL="3264321" indent="-251101" algn="l" defTabSz="1004407" rtl="0" eaLnBrk="1" latinLnBrk="0" hangingPunct="1">
        <a:spcBef>
          <a:spcPct val="20000"/>
        </a:spcBef>
        <a:buFont typeface="Arial" pitchFamily="34" charset="0"/>
        <a:buChar char="•"/>
        <a:defRPr sz="2189" kern="1200">
          <a:solidFill>
            <a:schemeClr val="tx1"/>
          </a:solidFill>
          <a:latin typeface="+mn-lt"/>
          <a:ea typeface="+mn-ea"/>
          <a:cs typeface="+mn-cs"/>
        </a:defRPr>
      </a:lvl7pPr>
      <a:lvl8pPr marL="3766525" indent="-251101" algn="l" defTabSz="1004407" rtl="0" eaLnBrk="1" latinLnBrk="0" hangingPunct="1">
        <a:spcBef>
          <a:spcPct val="20000"/>
        </a:spcBef>
        <a:buFont typeface="Arial" pitchFamily="34" charset="0"/>
        <a:buChar char="•"/>
        <a:defRPr sz="2189" kern="1200">
          <a:solidFill>
            <a:schemeClr val="tx1"/>
          </a:solidFill>
          <a:latin typeface="+mn-lt"/>
          <a:ea typeface="+mn-ea"/>
          <a:cs typeface="+mn-cs"/>
        </a:defRPr>
      </a:lvl8pPr>
      <a:lvl9pPr marL="4268729" indent="-251101" algn="l" defTabSz="1004407" rtl="0" eaLnBrk="1" latinLnBrk="0" hangingPunct="1">
        <a:spcBef>
          <a:spcPct val="20000"/>
        </a:spcBef>
        <a:buFont typeface="Arial" pitchFamily="34" charset="0"/>
        <a:buChar char="•"/>
        <a:defRPr sz="2189" kern="1200">
          <a:solidFill>
            <a:schemeClr val="tx1"/>
          </a:solidFill>
          <a:latin typeface="+mn-lt"/>
          <a:ea typeface="+mn-ea"/>
          <a:cs typeface="+mn-cs"/>
        </a:defRPr>
      </a:lvl9pPr>
    </p:bodyStyle>
    <p:otherStyle>
      <a:defPPr>
        <a:defRPr lang="de-DE"/>
      </a:defPPr>
      <a:lvl1pPr marL="0" algn="l" defTabSz="1004407" rtl="0" eaLnBrk="1" latinLnBrk="0" hangingPunct="1">
        <a:defRPr sz="1972" kern="1200">
          <a:solidFill>
            <a:schemeClr val="tx1"/>
          </a:solidFill>
          <a:latin typeface="+mn-lt"/>
          <a:ea typeface="+mn-ea"/>
          <a:cs typeface="+mn-cs"/>
        </a:defRPr>
      </a:lvl1pPr>
      <a:lvl2pPr marL="502203" algn="l" defTabSz="1004407" rtl="0" eaLnBrk="1" latinLnBrk="0" hangingPunct="1">
        <a:defRPr sz="1972" kern="1200">
          <a:solidFill>
            <a:schemeClr val="tx1"/>
          </a:solidFill>
          <a:latin typeface="+mn-lt"/>
          <a:ea typeface="+mn-ea"/>
          <a:cs typeface="+mn-cs"/>
        </a:defRPr>
      </a:lvl2pPr>
      <a:lvl3pPr marL="1004407" algn="l" defTabSz="1004407" rtl="0" eaLnBrk="1" latinLnBrk="0" hangingPunct="1">
        <a:defRPr sz="1972" kern="1200">
          <a:solidFill>
            <a:schemeClr val="tx1"/>
          </a:solidFill>
          <a:latin typeface="+mn-lt"/>
          <a:ea typeface="+mn-ea"/>
          <a:cs typeface="+mn-cs"/>
        </a:defRPr>
      </a:lvl3pPr>
      <a:lvl4pPr marL="1506610" algn="l" defTabSz="1004407" rtl="0" eaLnBrk="1" latinLnBrk="0" hangingPunct="1">
        <a:defRPr sz="1972" kern="1200">
          <a:solidFill>
            <a:schemeClr val="tx1"/>
          </a:solidFill>
          <a:latin typeface="+mn-lt"/>
          <a:ea typeface="+mn-ea"/>
          <a:cs typeface="+mn-cs"/>
        </a:defRPr>
      </a:lvl4pPr>
      <a:lvl5pPr marL="2008814" algn="l" defTabSz="1004407" rtl="0" eaLnBrk="1" latinLnBrk="0" hangingPunct="1">
        <a:defRPr sz="1972" kern="1200">
          <a:solidFill>
            <a:schemeClr val="tx1"/>
          </a:solidFill>
          <a:latin typeface="+mn-lt"/>
          <a:ea typeface="+mn-ea"/>
          <a:cs typeface="+mn-cs"/>
        </a:defRPr>
      </a:lvl5pPr>
      <a:lvl6pPr marL="2511017" algn="l" defTabSz="1004407" rtl="0" eaLnBrk="1" latinLnBrk="0" hangingPunct="1">
        <a:defRPr sz="1972" kern="1200">
          <a:solidFill>
            <a:schemeClr val="tx1"/>
          </a:solidFill>
          <a:latin typeface="+mn-lt"/>
          <a:ea typeface="+mn-ea"/>
          <a:cs typeface="+mn-cs"/>
        </a:defRPr>
      </a:lvl6pPr>
      <a:lvl7pPr marL="3013220" algn="l" defTabSz="1004407" rtl="0" eaLnBrk="1" latinLnBrk="0" hangingPunct="1">
        <a:defRPr sz="1972" kern="1200">
          <a:solidFill>
            <a:schemeClr val="tx1"/>
          </a:solidFill>
          <a:latin typeface="+mn-lt"/>
          <a:ea typeface="+mn-ea"/>
          <a:cs typeface="+mn-cs"/>
        </a:defRPr>
      </a:lvl7pPr>
      <a:lvl8pPr marL="3515424" algn="l" defTabSz="1004407" rtl="0" eaLnBrk="1" latinLnBrk="0" hangingPunct="1">
        <a:defRPr sz="1972" kern="1200">
          <a:solidFill>
            <a:schemeClr val="tx1"/>
          </a:solidFill>
          <a:latin typeface="+mn-lt"/>
          <a:ea typeface="+mn-ea"/>
          <a:cs typeface="+mn-cs"/>
        </a:defRPr>
      </a:lvl8pPr>
      <a:lvl9pPr marL="4017627" algn="l" defTabSz="1004407" rtl="0" eaLnBrk="1" latinLnBrk="0" hangingPunct="1">
        <a:defRPr sz="197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1" userDrawn="1">
          <p15:clr>
            <a:srgbClr val="F26B43"/>
          </p15:clr>
        </p15:guide>
        <p15:guide id="2" orient="horz" pos="501" userDrawn="1">
          <p15:clr>
            <a:srgbClr val="F26B43"/>
          </p15:clr>
        </p15:guide>
        <p15:guide id="3" pos="630" userDrawn="1">
          <p15:clr>
            <a:srgbClr val="F26B43"/>
          </p15:clr>
        </p15:guide>
        <p15:guide id="4" orient="horz" pos="691" userDrawn="1">
          <p15:clr>
            <a:srgbClr val="F26B43"/>
          </p15:clr>
        </p15:guide>
        <p15:guide id="5" pos="10891" userDrawn="1">
          <p15:clr>
            <a:srgbClr val="F26B43"/>
          </p15:clr>
        </p15:guide>
        <p15:guide id="6" orient="horz" pos="623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diagramQuickStyle" Target="../diagrams/quickStyle1.xml"/><Relationship Id="rId26" Type="http://schemas.openxmlformats.org/officeDocument/2006/relationships/image" Target="../media/image21.png"/><Relationship Id="rId3" Type="http://schemas.openxmlformats.org/officeDocument/2006/relationships/image" Target="../media/image3.emf"/><Relationship Id="rId21" Type="http://schemas.openxmlformats.org/officeDocument/2006/relationships/image" Target="../media/image16.png"/><Relationship Id="rId7" Type="http://schemas.openxmlformats.org/officeDocument/2006/relationships/image" Target="../media/image7.emf"/><Relationship Id="rId12" Type="http://schemas.openxmlformats.org/officeDocument/2006/relationships/image" Target="../media/image12.png"/><Relationship Id="rId17" Type="http://schemas.openxmlformats.org/officeDocument/2006/relationships/diagramLayout" Target="../diagrams/layout1.xml"/><Relationship Id="rId25" Type="http://schemas.openxmlformats.org/officeDocument/2006/relationships/image" Target="../media/image20.png"/><Relationship Id="rId2" Type="http://schemas.openxmlformats.org/officeDocument/2006/relationships/notesSlide" Target="../notesSlides/notesSlide1.xml"/><Relationship Id="rId16" Type="http://schemas.openxmlformats.org/officeDocument/2006/relationships/diagramData" Target="../diagrams/data1.xml"/><Relationship Id="rId20" Type="http://schemas.microsoft.com/office/2007/relationships/diagramDrawing" Target="../diagrams/drawing1.xml"/><Relationship Id="rId1" Type="http://schemas.openxmlformats.org/officeDocument/2006/relationships/slideLayout" Target="../slideLayouts/slideLayout1.xml"/><Relationship Id="rId6" Type="http://schemas.openxmlformats.org/officeDocument/2006/relationships/image" Target="../media/image6.emf"/><Relationship Id="rId11" Type="http://schemas.openxmlformats.org/officeDocument/2006/relationships/image" Target="../media/image11.svg"/><Relationship Id="rId24" Type="http://schemas.openxmlformats.org/officeDocument/2006/relationships/image" Target="../media/image19.png"/><Relationship Id="rId5" Type="http://schemas.openxmlformats.org/officeDocument/2006/relationships/image" Target="../media/image5.emf"/><Relationship Id="rId15" Type="http://schemas.openxmlformats.org/officeDocument/2006/relationships/image" Target="../media/image15.svg"/><Relationship Id="rId23" Type="http://schemas.openxmlformats.org/officeDocument/2006/relationships/image" Target="../media/image18.png"/><Relationship Id="rId10" Type="http://schemas.openxmlformats.org/officeDocument/2006/relationships/image" Target="../media/image10.png"/><Relationship Id="rId19" Type="http://schemas.openxmlformats.org/officeDocument/2006/relationships/diagramColors" Target="../diagrams/colors1.xml"/><Relationship Id="rId4" Type="http://schemas.openxmlformats.org/officeDocument/2006/relationships/image" Target="../media/image4.emf"/><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platzhalter 8">
            <a:extLst>
              <a:ext uri="{FF2B5EF4-FFF2-40B4-BE49-F238E27FC236}">
                <a16:creationId xmlns:a16="http://schemas.microsoft.com/office/drawing/2014/main" id="{02AFC87E-7431-44FD-9168-BDC05B6B0460}"/>
              </a:ext>
            </a:extLst>
          </p:cNvPr>
          <p:cNvSpPr txBox="1">
            <a:spLocks/>
          </p:cNvSpPr>
          <p:nvPr/>
        </p:nvSpPr>
        <p:spPr>
          <a:xfrm>
            <a:off x="563727" y="782814"/>
            <a:ext cx="17153334" cy="726756"/>
          </a:xfrm>
          <a:prstGeom prst="rect">
            <a:avLst/>
          </a:prstGeom>
        </p:spPr>
        <p:txBody>
          <a:bodyPr lIns="8651"/>
          <a:lstStyle>
            <a:lvl1pPr marL="0" indent="0" algn="l" defTabSz="4180607" rtl="0" eaLnBrk="1" latinLnBrk="0" hangingPunct="1">
              <a:spcBef>
                <a:spcPct val="20000"/>
              </a:spcBef>
              <a:buFont typeface="Arial" pitchFamily="34" charset="0"/>
              <a:buNone/>
              <a:defRPr sz="9409"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pPr algn="ctr" defTabSz="1491385">
              <a:spcBef>
                <a:spcPts val="429"/>
              </a:spcBef>
            </a:pPr>
            <a:r>
              <a:rPr lang="en-US" sz="2800" i="1" dirty="0">
                <a:solidFill>
                  <a:prstClr val="black"/>
                </a:solidFill>
                <a:latin typeface="Times New Roman" panose="02020603050405020304" pitchFamily="18" charset="0"/>
                <a:cs typeface="Times New Roman" panose="02020603050405020304" pitchFamily="18" charset="0"/>
              </a:rPr>
              <a:t>The Narratives of Populist Politicians on Social Media</a:t>
            </a:r>
          </a:p>
        </p:txBody>
      </p:sp>
      <p:sp>
        <p:nvSpPr>
          <p:cNvPr id="29" name="Textplatzhalter 13">
            <a:extLst>
              <a:ext uri="{FF2B5EF4-FFF2-40B4-BE49-F238E27FC236}">
                <a16:creationId xmlns:a16="http://schemas.microsoft.com/office/drawing/2014/main" id="{35D55E40-9F4B-425A-950A-0B709EDEFA03}"/>
              </a:ext>
            </a:extLst>
          </p:cNvPr>
          <p:cNvSpPr txBox="1">
            <a:spLocks/>
          </p:cNvSpPr>
          <p:nvPr/>
        </p:nvSpPr>
        <p:spPr>
          <a:xfrm>
            <a:off x="5900366" y="2077579"/>
            <a:ext cx="6480056" cy="259406"/>
          </a:xfrm>
          <a:prstGeom prst="rect">
            <a:avLst/>
          </a:prstGeom>
        </p:spPr>
        <p:txBody>
          <a:bodyPr lIns="0"/>
          <a:lstStyle>
            <a:lvl1pPr marL="0" indent="0" algn="l" defTabSz="4180607" rtl="0" eaLnBrk="1" latinLnBrk="0" hangingPunct="1">
              <a:spcBef>
                <a:spcPct val="20000"/>
              </a:spcBef>
              <a:buFont typeface="Arial" pitchFamily="34" charset="0"/>
              <a:buNone/>
              <a:defRPr sz="6707"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8361214" indent="0" algn="l" defTabSz="4180607" rtl="0" eaLnBrk="1" latinLnBrk="0" hangingPunct="1">
              <a:spcBef>
                <a:spcPct val="20000"/>
              </a:spcBef>
              <a:buFont typeface="Arial" pitchFamily="34" charset="0"/>
              <a:buNone/>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endParaRPr lang="en-US" sz="1611" dirty="0"/>
          </a:p>
        </p:txBody>
      </p:sp>
      <p:sp>
        <p:nvSpPr>
          <p:cNvPr id="19" name="Rechteck 18">
            <a:extLst>
              <a:ext uri="{FF2B5EF4-FFF2-40B4-BE49-F238E27FC236}">
                <a16:creationId xmlns:a16="http://schemas.microsoft.com/office/drawing/2014/main" id="{774F513A-BFF6-4EFC-A7CC-D2427682B21D}"/>
              </a:ext>
            </a:extLst>
          </p:cNvPr>
          <p:cNvSpPr/>
          <p:nvPr/>
        </p:nvSpPr>
        <p:spPr>
          <a:xfrm>
            <a:off x="608997" y="1949612"/>
            <a:ext cx="4117695" cy="3903932"/>
          </a:xfrm>
          <a:prstGeom prst="rect">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970" dirty="0"/>
          </a:p>
        </p:txBody>
      </p:sp>
      <p:sp>
        <p:nvSpPr>
          <p:cNvPr id="21" name="Rechteck 20">
            <a:extLst>
              <a:ext uri="{FF2B5EF4-FFF2-40B4-BE49-F238E27FC236}">
                <a16:creationId xmlns:a16="http://schemas.microsoft.com/office/drawing/2014/main" id="{5F0047BF-762E-4BB1-B361-F9D46755882E}"/>
              </a:ext>
            </a:extLst>
          </p:cNvPr>
          <p:cNvSpPr/>
          <p:nvPr/>
        </p:nvSpPr>
        <p:spPr>
          <a:xfrm>
            <a:off x="605909" y="6000310"/>
            <a:ext cx="4101459" cy="3936317"/>
          </a:xfrm>
          <a:prstGeom prst="rect">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970" dirty="0"/>
          </a:p>
        </p:txBody>
      </p:sp>
      <p:sp>
        <p:nvSpPr>
          <p:cNvPr id="22" name="Rechteck 21">
            <a:extLst>
              <a:ext uri="{FF2B5EF4-FFF2-40B4-BE49-F238E27FC236}">
                <a16:creationId xmlns:a16="http://schemas.microsoft.com/office/drawing/2014/main" id="{AD9447DE-8622-49F9-8BB1-E3327607ED28}"/>
              </a:ext>
            </a:extLst>
          </p:cNvPr>
          <p:cNvSpPr/>
          <p:nvPr/>
        </p:nvSpPr>
        <p:spPr>
          <a:xfrm>
            <a:off x="9390104" y="1949613"/>
            <a:ext cx="4060601" cy="2441088"/>
          </a:xfrm>
          <a:prstGeom prst="rect">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970" dirty="0"/>
          </a:p>
        </p:txBody>
      </p:sp>
      <p:sp>
        <p:nvSpPr>
          <p:cNvPr id="23" name="Rechteck 22">
            <a:extLst>
              <a:ext uri="{FF2B5EF4-FFF2-40B4-BE49-F238E27FC236}">
                <a16:creationId xmlns:a16="http://schemas.microsoft.com/office/drawing/2014/main" id="{DCA63645-2B1A-4147-AB62-AC8A146358AE}"/>
              </a:ext>
            </a:extLst>
          </p:cNvPr>
          <p:cNvSpPr/>
          <p:nvPr/>
        </p:nvSpPr>
        <p:spPr>
          <a:xfrm>
            <a:off x="9400672" y="4540858"/>
            <a:ext cx="4060601" cy="2049321"/>
          </a:xfrm>
          <a:prstGeom prst="rect">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970" dirty="0"/>
          </a:p>
        </p:txBody>
      </p:sp>
      <p:sp>
        <p:nvSpPr>
          <p:cNvPr id="24" name="Rechteck 23">
            <a:extLst>
              <a:ext uri="{FF2B5EF4-FFF2-40B4-BE49-F238E27FC236}">
                <a16:creationId xmlns:a16="http://schemas.microsoft.com/office/drawing/2014/main" id="{4CD47678-0EDF-471C-8E09-538CA8E8B9AC}"/>
              </a:ext>
            </a:extLst>
          </p:cNvPr>
          <p:cNvSpPr/>
          <p:nvPr/>
        </p:nvSpPr>
        <p:spPr>
          <a:xfrm>
            <a:off x="4964062" y="6740336"/>
            <a:ext cx="8486643" cy="3196291"/>
          </a:xfrm>
          <a:prstGeom prst="rect">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300" dirty="0"/>
          </a:p>
        </p:txBody>
      </p:sp>
      <p:sp>
        <p:nvSpPr>
          <p:cNvPr id="25" name="Textplatzhalter 15">
            <a:extLst>
              <a:ext uri="{FF2B5EF4-FFF2-40B4-BE49-F238E27FC236}">
                <a16:creationId xmlns:a16="http://schemas.microsoft.com/office/drawing/2014/main" id="{7E24A74D-83A4-44C1-8E2C-F38884A91C86}"/>
              </a:ext>
            </a:extLst>
          </p:cNvPr>
          <p:cNvSpPr txBox="1">
            <a:spLocks/>
          </p:cNvSpPr>
          <p:nvPr/>
        </p:nvSpPr>
        <p:spPr>
          <a:xfrm>
            <a:off x="5027990" y="6740336"/>
            <a:ext cx="4025555" cy="269546"/>
          </a:xfrm>
          <a:prstGeom prst="rect">
            <a:avLst/>
          </a:prstGeom>
          <a:ln w="60960">
            <a:noFill/>
          </a:ln>
        </p:spPr>
        <p:txBody>
          <a:bodyPr lIns="95160" tIns="121112" rIns="95160" bIns="0">
            <a:noAutofit/>
          </a:bodyPr>
          <a:lstStyle>
            <a:lvl1pPr marL="0" indent="0" algn="l" defTabSz="4180607" rtl="0" eaLnBrk="1" latinLnBrk="0" hangingPunct="1">
              <a:spcBef>
                <a:spcPct val="20000"/>
              </a:spcBef>
              <a:buFont typeface="Arial" pitchFamily="34" charset="0"/>
              <a:buNone/>
              <a:defRPr sz="4404" b="1" kern="1200">
                <a:solidFill>
                  <a:schemeClr val="bg2"/>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600" dirty="0"/>
              <a:t>Header </a:t>
            </a:r>
            <a:endParaRPr lang="en-US" sz="1600" dirty="0"/>
          </a:p>
        </p:txBody>
      </p:sp>
      <p:sp>
        <p:nvSpPr>
          <p:cNvPr id="26" name="Textplatzhalter 15">
            <a:extLst>
              <a:ext uri="{FF2B5EF4-FFF2-40B4-BE49-F238E27FC236}">
                <a16:creationId xmlns:a16="http://schemas.microsoft.com/office/drawing/2014/main" id="{BD6E2D83-891B-4524-BC12-357D2423B1F0}"/>
              </a:ext>
            </a:extLst>
          </p:cNvPr>
          <p:cNvSpPr txBox="1">
            <a:spLocks/>
          </p:cNvSpPr>
          <p:nvPr/>
        </p:nvSpPr>
        <p:spPr>
          <a:xfrm>
            <a:off x="9417977" y="4548222"/>
            <a:ext cx="4025555" cy="269546"/>
          </a:xfrm>
          <a:prstGeom prst="rect">
            <a:avLst/>
          </a:prstGeom>
          <a:ln w="60960">
            <a:noFill/>
          </a:ln>
        </p:spPr>
        <p:txBody>
          <a:bodyPr lIns="95160" tIns="121112" rIns="95160" bIns="0"/>
          <a:lstStyle>
            <a:lvl1pPr marL="0" indent="0" algn="l" defTabSz="4180607" rtl="0" eaLnBrk="1" latinLnBrk="0" hangingPunct="1">
              <a:spcBef>
                <a:spcPct val="20000"/>
              </a:spcBef>
              <a:buFont typeface="Arial" pitchFamily="34" charset="0"/>
              <a:buNone/>
              <a:defRPr sz="4404" b="1" kern="1200">
                <a:solidFill>
                  <a:schemeClr val="bg2"/>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600" dirty="0"/>
              <a:t>Header </a:t>
            </a:r>
            <a:endParaRPr lang="en-US" sz="1600" dirty="0"/>
          </a:p>
        </p:txBody>
      </p:sp>
      <p:sp>
        <p:nvSpPr>
          <p:cNvPr id="27" name="Bildplatzhalter 12"/>
          <p:cNvSpPr txBox="1">
            <a:spLocks/>
          </p:cNvSpPr>
          <p:nvPr/>
        </p:nvSpPr>
        <p:spPr>
          <a:xfrm>
            <a:off x="5087818" y="7126602"/>
            <a:ext cx="8198819" cy="2688643"/>
          </a:xfrm>
          <a:prstGeom prst="rect">
            <a:avLst/>
          </a:prstGeom>
        </p:spPr>
        <p:txBody>
          <a:bodyPr bIns="11246" anchor="t" anchorCtr="0"/>
          <a:lstStyle>
            <a:lvl1pPr marL="0" indent="0" algn="l" defTabSz="4180607" rtl="0" eaLnBrk="1" latinLnBrk="0" hangingPunct="1">
              <a:spcBef>
                <a:spcPct val="20000"/>
              </a:spcBef>
              <a:buFont typeface="Arial" pitchFamily="34" charset="0"/>
              <a:buNone/>
              <a:defRPr sz="5405"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en-US" sz="1298" dirty="0"/>
              <a:t>Click icon to add picture</a:t>
            </a:r>
            <a:endParaRPr lang="de-DE" sz="1298" dirty="0"/>
          </a:p>
        </p:txBody>
      </p:sp>
      <p:sp>
        <p:nvSpPr>
          <p:cNvPr id="30" name="Textplatzhalter 15">
            <a:extLst>
              <a:ext uri="{FF2B5EF4-FFF2-40B4-BE49-F238E27FC236}">
                <a16:creationId xmlns:a16="http://schemas.microsoft.com/office/drawing/2014/main" id="{A2B2A0E0-7079-491E-BA67-2AE00A778FA4}"/>
              </a:ext>
            </a:extLst>
          </p:cNvPr>
          <p:cNvSpPr txBox="1">
            <a:spLocks/>
          </p:cNvSpPr>
          <p:nvPr/>
        </p:nvSpPr>
        <p:spPr>
          <a:xfrm>
            <a:off x="626303" y="1958638"/>
            <a:ext cx="4025555" cy="269546"/>
          </a:xfrm>
          <a:prstGeom prst="rect">
            <a:avLst/>
          </a:prstGeom>
          <a:ln w="60960">
            <a:noFill/>
          </a:ln>
        </p:spPr>
        <p:txBody>
          <a:bodyPr lIns="95160" tIns="121112" rIns="95160" bIns="0">
            <a:noAutofit/>
          </a:bodyPr>
          <a:lstStyle>
            <a:lvl1pPr marL="0" indent="0" algn="l" defTabSz="4180607" rtl="0" eaLnBrk="1" latinLnBrk="0" hangingPunct="1">
              <a:spcBef>
                <a:spcPct val="20000"/>
              </a:spcBef>
              <a:buFont typeface="Arial" pitchFamily="34" charset="0"/>
              <a:buNone/>
              <a:defRPr sz="4404" b="1" kern="0" baseline="0">
                <a:solidFill>
                  <a:schemeClr val="bg2"/>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600" dirty="0"/>
              <a:t>Header </a:t>
            </a:r>
            <a:endParaRPr lang="en-US" sz="1600" dirty="0"/>
          </a:p>
        </p:txBody>
      </p:sp>
      <p:sp>
        <p:nvSpPr>
          <p:cNvPr id="32" name="Bildplatzhalter 51">
            <a:extLst>
              <a:ext uri="{FF2B5EF4-FFF2-40B4-BE49-F238E27FC236}">
                <a16:creationId xmlns:a16="http://schemas.microsoft.com/office/drawing/2014/main" id="{082CFC5F-B249-46A2-BC0B-ACDBA3E17D52}"/>
              </a:ext>
            </a:extLst>
          </p:cNvPr>
          <p:cNvSpPr txBox="1">
            <a:spLocks/>
          </p:cNvSpPr>
          <p:nvPr/>
        </p:nvSpPr>
        <p:spPr>
          <a:xfrm>
            <a:off x="667068" y="7836724"/>
            <a:ext cx="3925529" cy="1991651"/>
          </a:xfrm>
          <a:prstGeom prst="rect">
            <a:avLst/>
          </a:prstGeom>
        </p:spPr>
        <p:txBody>
          <a:bodyPr/>
          <a:lstStyle>
            <a:lvl1pPr marL="0" indent="0" algn="l" defTabSz="4180607" rtl="0" eaLnBrk="1" latinLnBrk="0" hangingPunct="1">
              <a:spcBef>
                <a:spcPct val="20000"/>
              </a:spcBef>
              <a:buFont typeface="Arial" pitchFamily="34" charset="0"/>
              <a:buNone/>
              <a:defRPr sz="5405"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en-US" sz="1298" dirty="0"/>
              <a:t>Click icon to add picture</a:t>
            </a:r>
          </a:p>
        </p:txBody>
      </p:sp>
      <p:sp>
        <p:nvSpPr>
          <p:cNvPr id="33" name="Textplatzhalter 2">
            <a:extLst>
              <a:ext uri="{FF2B5EF4-FFF2-40B4-BE49-F238E27FC236}">
                <a16:creationId xmlns:a16="http://schemas.microsoft.com/office/drawing/2014/main" id="{C706C9FA-149F-4DAE-AF20-EF8E17C12110}"/>
              </a:ext>
            </a:extLst>
          </p:cNvPr>
          <p:cNvSpPr txBox="1">
            <a:spLocks/>
          </p:cNvSpPr>
          <p:nvPr/>
        </p:nvSpPr>
        <p:spPr>
          <a:xfrm>
            <a:off x="654989" y="2345800"/>
            <a:ext cx="3937608" cy="3373764"/>
          </a:xfrm>
          <a:prstGeom prst="rect">
            <a:avLst/>
          </a:prstGeom>
          <a:solidFill>
            <a:schemeClr val="bg1"/>
          </a:solidFill>
        </p:spPr>
        <p:txBody>
          <a:bodyPr lIns="95160" tIns="95160" rIns="95160" bIns="129764"/>
          <a:lstStyle>
            <a:lvl1pPr marL="0" indent="0" algn="l" defTabSz="4180607" rtl="0" eaLnBrk="1" latinLnBrk="0" hangingPunct="1">
              <a:spcBef>
                <a:spcPct val="20000"/>
              </a:spcBef>
              <a:buFont typeface="Arial" pitchFamily="34" charset="0"/>
              <a:buNone/>
              <a:defRPr sz="2503"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en-US" sz="1300" dirty="0"/>
              <a:t>William </a:t>
            </a:r>
            <a:r>
              <a:rPr lang="en-US" sz="1300" dirty="0" err="1"/>
              <a:t>Playfair</a:t>
            </a:r>
            <a:r>
              <a:rPr lang="en-US" sz="1300" dirty="0"/>
              <a:t> (1759-1823)</a:t>
            </a:r>
          </a:p>
          <a:p>
            <a:r>
              <a:rPr lang="en-US" sz="1300" dirty="0"/>
              <a:t>Founder of graphical statistics</a:t>
            </a:r>
          </a:p>
          <a:p>
            <a:r>
              <a:rPr lang="en-US" sz="1300" dirty="0"/>
              <a:t>“the increasing complexity of modern commercial life”</a:t>
            </a:r>
          </a:p>
          <a:p>
            <a:r>
              <a:rPr lang="en-US" sz="1300" dirty="0"/>
              <a:t>Commercial and Political Atlas, 1786</a:t>
            </a:r>
          </a:p>
          <a:p>
            <a:r>
              <a:rPr lang="en-US" sz="1300" dirty="0"/>
              <a:t>1786: The line graph (trade-balance time-series chart)</a:t>
            </a:r>
          </a:p>
        </p:txBody>
      </p:sp>
      <p:sp>
        <p:nvSpPr>
          <p:cNvPr id="34" name="Textplatzhalter 15">
            <a:extLst>
              <a:ext uri="{FF2B5EF4-FFF2-40B4-BE49-F238E27FC236}">
                <a16:creationId xmlns:a16="http://schemas.microsoft.com/office/drawing/2014/main" id="{3BA6E808-80EA-4335-8446-E8856FB78EA7}"/>
              </a:ext>
            </a:extLst>
          </p:cNvPr>
          <p:cNvSpPr txBox="1">
            <a:spLocks/>
          </p:cNvSpPr>
          <p:nvPr/>
        </p:nvSpPr>
        <p:spPr>
          <a:xfrm>
            <a:off x="623214" y="6006855"/>
            <a:ext cx="4025555" cy="269546"/>
          </a:xfrm>
          <a:prstGeom prst="rect">
            <a:avLst/>
          </a:prstGeom>
          <a:ln w="60960">
            <a:noFill/>
          </a:ln>
        </p:spPr>
        <p:txBody>
          <a:bodyPr lIns="95160" tIns="121112" rIns="95160" bIns="0">
            <a:noAutofit/>
          </a:bodyPr>
          <a:lstStyle>
            <a:lvl1pPr marL="0" indent="0" algn="l" defTabSz="4180607" rtl="0" eaLnBrk="1" latinLnBrk="0" hangingPunct="1">
              <a:spcBef>
                <a:spcPct val="20000"/>
              </a:spcBef>
              <a:buFont typeface="Arial" pitchFamily="34" charset="0"/>
              <a:buNone/>
              <a:defRPr sz="4404" b="1" kern="1200">
                <a:solidFill>
                  <a:schemeClr val="bg2"/>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600" dirty="0"/>
              <a:t>Header </a:t>
            </a:r>
            <a:endParaRPr lang="en-US" sz="1600" dirty="0"/>
          </a:p>
        </p:txBody>
      </p:sp>
      <p:sp>
        <p:nvSpPr>
          <p:cNvPr id="36" name="Textplatzhalter 15">
            <a:extLst>
              <a:ext uri="{FF2B5EF4-FFF2-40B4-BE49-F238E27FC236}">
                <a16:creationId xmlns:a16="http://schemas.microsoft.com/office/drawing/2014/main" id="{33F9BD31-F856-4F0F-BFB8-6EE0C1C15395}"/>
              </a:ext>
            </a:extLst>
          </p:cNvPr>
          <p:cNvSpPr txBox="1">
            <a:spLocks/>
          </p:cNvSpPr>
          <p:nvPr/>
        </p:nvSpPr>
        <p:spPr>
          <a:xfrm>
            <a:off x="9407409" y="1958638"/>
            <a:ext cx="4025555" cy="269546"/>
          </a:xfrm>
          <a:prstGeom prst="rect">
            <a:avLst/>
          </a:prstGeom>
          <a:ln w="60960">
            <a:noFill/>
          </a:ln>
        </p:spPr>
        <p:txBody>
          <a:bodyPr lIns="95160" tIns="121112" rIns="95160" bIns="0">
            <a:noAutofit/>
          </a:bodyPr>
          <a:lstStyle>
            <a:lvl1pPr marL="0" indent="0" algn="l" defTabSz="4180607" rtl="0" eaLnBrk="1" latinLnBrk="0" hangingPunct="1">
              <a:spcBef>
                <a:spcPct val="20000"/>
              </a:spcBef>
              <a:buFont typeface="Arial" pitchFamily="34" charset="0"/>
              <a:buNone/>
              <a:defRPr sz="4404" b="1" kern="1200">
                <a:solidFill>
                  <a:schemeClr val="bg2"/>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600" dirty="0"/>
              <a:t>Header </a:t>
            </a:r>
            <a:endParaRPr lang="en-US" sz="1600" dirty="0"/>
          </a:p>
        </p:txBody>
      </p:sp>
      <p:sp>
        <p:nvSpPr>
          <p:cNvPr id="20" name="Rechteck 19">
            <a:extLst>
              <a:ext uri="{FF2B5EF4-FFF2-40B4-BE49-F238E27FC236}">
                <a16:creationId xmlns:a16="http://schemas.microsoft.com/office/drawing/2014/main" id="{DDD99A13-DE1F-47DF-8059-993FE5E14983}"/>
              </a:ext>
            </a:extLst>
          </p:cNvPr>
          <p:cNvSpPr/>
          <p:nvPr/>
        </p:nvSpPr>
        <p:spPr>
          <a:xfrm>
            <a:off x="4964061" y="1949613"/>
            <a:ext cx="4178105" cy="4640566"/>
          </a:xfrm>
          <a:prstGeom prst="rect">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970"/>
          </a:p>
        </p:txBody>
      </p:sp>
      <p:sp>
        <p:nvSpPr>
          <p:cNvPr id="35" name="Textplatzhalter 15">
            <a:extLst>
              <a:ext uri="{FF2B5EF4-FFF2-40B4-BE49-F238E27FC236}">
                <a16:creationId xmlns:a16="http://schemas.microsoft.com/office/drawing/2014/main" id="{3BC5CCE8-DC54-48F2-B9A7-A06484DBD520}"/>
              </a:ext>
            </a:extLst>
          </p:cNvPr>
          <p:cNvSpPr txBox="1">
            <a:spLocks/>
          </p:cNvSpPr>
          <p:nvPr/>
        </p:nvSpPr>
        <p:spPr>
          <a:xfrm>
            <a:off x="5035740" y="1958638"/>
            <a:ext cx="4025555" cy="269546"/>
          </a:xfrm>
          <a:prstGeom prst="rect">
            <a:avLst/>
          </a:prstGeom>
          <a:ln w="60960">
            <a:noFill/>
          </a:ln>
        </p:spPr>
        <p:txBody>
          <a:bodyPr lIns="95160" tIns="121112" rIns="95160" bIns="0">
            <a:noAutofit/>
          </a:bodyPr>
          <a:lstStyle>
            <a:lvl1pPr marL="0" indent="0" algn="l" defTabSz="4180607" rtl="0" eaLnBrk="1" latinLnBrk="0" hangingPunct="1">
              <a:spcBef>
                <a:spcPct val="20000"/>
              </a:spcBef>
              <a:buFont typeface="Arial" pitchFamily="34" charset="0"/>
              <a:buNone/>
              <a:defRPr sz="4404" b="1" kern="1200">
                <a:solidFill>
                  <a:schemeClr val="bg2"/>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600" dirty="0"/>
              <a:t>Header </a:t>
            </a:r>
            <a:endParaRPr lang="en-US" sz="1600" dirty="0"/>
          </a:p>
        </p:txBody>
      </p:sp>
      <p:sp>
        <p:nvSpPr>
          <p:cNvPr id="38" name="Textplatzhalter 2">
            <a:extLst>
              <a:ext uri="{FF2B5EF4-FFF2-40B4-BE49-F238E27FC236}">
                <a16:creationId xmlns:a16="http://schemas.microsoft.com/office/drawing/2014/main" id="{502D9FAB-3578-C94B-8F0A-F615FFE7FC9B}"/>
              </a:ext>
            </a:extLst>
          </p:cNvPr>
          <p:cNvSpPr txBox="1">
            <a:spLocks/>
          </p:cNvSpPr>
          <p:nvPr/>
        </p:nvSpPr>
        <p:spPr>
          <a:xfrm>
            <a:off x="5087818" y="2345800"/>
            <a:ext cx="3877215" cy="4049262"/>
          </a:xfrm>
          <a:prstGeom prst="rect">
            <a:avLst/>
          </a:prstGeom>
          <a:solidFill>
            <a:schemeClr val="bg1"/>
          </a:solidFill>
        </p:spPr>
        <p:txBody>
          <a:bodyPr lIns="95160" tIns="95160" rIns="95160" bIns="129764"/>
          <a:lstStyle>
            <a:lvl1pPr marL="0" indent="0" algn="l" defTabSz="4180607" rtl="0" eaLnBrk="1" latinLnBrk="0" hangingPunct="1">
              <a:spcBef>
                <a:spcPct val="20000"/>
              </a:spcBef>
              <a:buFont typeface="Arial" pitchFamily="34" charset="0"/>
              <a:buNone/>
              <a:defRPr sz="2503"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300" dirty="0" err="1"/>
              <a:t>Lorem</a:t>
            </a:r>
            <a:r>
              <a:rPr lang="de-DE" sz="1300" dirty="0"/>
              <a:t> </a:t>
            </a:r>
            <a:r>
              <a:rPr lang="de-DE" sz="1300" dirty="0" err="1"/>
              <a:t>ipsum</a:t>
            </a:r>
            <a:r>
              <a:rPr lang="de-DE" sz="1300" dirty="0"/>
              <a:t> </a:t>
            </a:r>
            <a:r>
              <a:rPr lang="de-DE" sz="1300" dirty="0" err="1"/>
              <a:t>dolor</a:t>
            </a:r>
            <a:r>
              <a:rPr lang="de-DE" sz="1300" dirty="0"/>
              <a:t> </a:t>
            </a:r>
            <a:r>
              <a:rPr lang="de-DE" sz="1300" dirty="0" err="1"/>
              <a:t>sit</a:t>
            </a:r>
            <a:r>
              <a:rPr lang="de-DE" sz="1300" dirty="0"/>
              <a:t> </a:t>
            </a:r>
            <a:r>
              <a:rPr lang="de-DE" sz="1300" dirty="0" err="1"/>
              <a:t>amet</a:t>
            </a:r>
            <a:endParaRPr lang="en-US" sz="1300" dirty="0"/>
          </a:p>
        </p:txBody>
      </p:sp>
      <p:sp>
        <p:nvSpPr>
          <p:cNvPr id="39" name="Textplatzhalter 2">
            <a:extLst>
              <a:ext uri="{FF2B5EF4-FFF2-40B4-BE49-F238E27FC236}">
                <a16:creationId xmlns:a16="http://schemas.microsoft.com/office/drawing/2014/main" id="{D26AB83F-0AE6-9941-AB39-DE7DCFF17000}"/>
              </a:ext>
            </a:extLst>
          </p:cNvPr>
          <p:cNvSpPr txBox="1">
            <a:spLocks/>
          </p:cNvSpPr>
          <p:nvPr/>
        </p:nvSpPr>
        <p:spPr>
          <a:xfrm>
            <a:off x="9460253" y="2345801"/>
            <a:ext cx="3888636" cy="1861596"/>
          </a:xfrm>
          <a:prstGeom prst="rect">
            <a:avLst/>
          </a:prstGeom>
          <a:solidFill>
            <a:schemeClr val="bg1"/>
          </a:solidFill>
        </p:spPr>
        <p:txBody>
          <a:bodyPr lIns="95160" tIns="95160" rIns="95160" bIns="129764"/>
          <a:lstStyle>
            <a:lvl1pPr marL="0" indent="0" algn="l" defTabSz="4180607" rtl="0" eaLnBrk="1" latinLnBrk="0" hangingPunct="1">
              <a:spcBef>
                <a:spcPct val="20000"/>
              </a:spcBef>
              <a:buFont typeface="Arial" pitchFamily="34" charset="0"/>
              <a:buNone/>
              <a:defRPr sz="2503"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300"/>
              <a:t>Lorem ipsum dolor sit amet</a:t>
            </a:r>
            <a:endParaRPr lang="en-US" sz="1300" dirty="0"/>
          </a:p>
        </p:txBody>
      </p:sp>
      <p:sp>
        <p:nvSpPr>
          <p:cNvPr id="40" name="Textplatzhalter 2">
            <a:extLst>
              <a:ext uri="{FF2B5EF4-FFF2-40B4-BE49-F238E27FC236}">
                <a16:creationId xmlns:a16="http://schemas.microsoft.com/office/drawing/2014/main" id="{8213F53B-7699-3749-8860-29E40D872744}"/>
              </a:ext>
            </a:extLst>
          </p:cNvPr>
          <p:cNvSpPr txBox="1">
            <a:spLocks/>
          </p:cNvSpPr>
          <p:nvPr/>
        </p:nvSpPr>
        <p:spPr>
          <a:xfrm>
            <a:off x="9484410" y="4937793"/>
            <a:ext cx="3875781" cy="1619239"/>
          </a:xfrm>
          <a:prstGeom prst="rect">
            <a:avLst/>
          </a:prstGeom>
          <a:solidFill>
            <a:schemeClr val="bg1"/>
          </a:solidFill>
        </p:spPr>
        <p:txBody>
          <a:bodyPr lIns="95160" tIns="95160" rIns="95160" bIns="129764"/>
          <a:lstStyle>
            <a:lvl1pPr marL="0" indent="0" algn="l" defTabSz="4180607" rtl="0" eaLnBrk="1" latinLnBrk="0" hangingPunct="1">
              <a:spcBef>
                <a:spcPct val="20000"/>
              </a:spcBef>
              <a:buFont typeface="Arial" pitchFamily="34" charset="0"/>
              <a:buNone/>
              <a:defRPr sz="2503"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300"/>
              <a:t>Lorem ipsum dolor sit amet</a:t>
            </a:r>
            <a:endParaRPr lang="en-US" sz="1300" dirty="0"/>
          </a:p>
        </p:txBody>
      </p:sp>
      <p:sp>
        <p:nvSpPr>
          <p:cNvPr id="41" name="Textplatzhalter 2">
            <a:extLst>
              <a:ext uri="{FF2B5EF4-FFF2-40B4-BE49-F238E27FC236}">
                <a16:creationId xmlns:a16="http://schemas.microsoft.com/office/drawing/2014/main" id="{298775C1-C829-CA44-847A-17E4CFE77E41}"/>
              </a:ext>
            </a:extLst>
          </p:cNvPr>
          <p:cNvSpPr txBox="1">
            <a:spLocks/>
          </p:cNvSpPr>
          <p:nvPr/>
        </p:nvSpPr>
        <p:spPr>
          <a:xfrm>
            <a:off x="667068" y="6395062"/>
            <a:ext cx="3898212" cy="1445031"/>
          </a:xfrm>
          <a:prstGeom prst="rect">
            <a:avLst/>
          </a:prstGeom>
          <a:solidFill>
            <a:schemeClr val="bg1"/>
          </a:solidFill>
        </p:spPr>
        <p:txBody>
          <a:bodyPr lIns="95160" tIns="95160" rIns="95160" bIns="129764"/>
          <a:lstStyle>
            <a:lvl1pPr marL="0" indent="0" algn="l" defTabSz="4180607" rtl="0" eaLnBrk="1" latinLnBrk="0" hangingPunct="1">
              <a:spcBef>
                <a:spcPct val="20000"/>
              </a:spcBef>
              <a:buFont typeface="Arial" pitchFamily="34" charset="0"/>
              <a:buNone/>
              <a:defRPr sz="2503"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300"/>
              <a:t>Lorem ipsum dolor sit amet</a:t>
            </a:r>
            <a:endParaRPr lang="en-US" sz="1300" dirty="0"/>
          </a:p>
        </p:txBody>
      </p:sp>
      <p:sp>
        <p:nvSpPr>
          <p:cNvPr id="43" name="Rechteck 42">
            <a:extLst>
              <a:ext uri="{FF2B5EF4-FFF2-40B4-BE49-F238E27FC236}">
                <a16:creationId xmlns:a16="http://schemas.microsoft.com/office/drawing/2014/main" id="{DDD99A13-DE1F-47DF-8059-993FE5E14983}"/>
              </a:ext>
            </a:extLst>
          </p:cNvPr>
          <p:cNvSpPr/>
          <p:nvPr/>
        </p:nvSpPr>
        <p:spPr>
          <a:xfrm>
            <a:off x="13698642" y="1939000"/>
            <a:ext cx="4060601" cy="7997628"/>
          </a:xfrm>
          <a:prstGeom prst="rect">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970"/>
          </a:p>
        </p:txBody>
      </p:sp>
      <p:sp>
        <p:nvSpPr>
          <p:cNvPr id="44" name="Textplatzhalter 15">
            <a:extLst>
              <a:ext uri="{FF2B5EF4-FFF2-40B4-BE49-F238E27FC236}">
                <a16:creationId xmlns:a16="http://schemas.microsoft.com/office/drawing/2014/main" id="{3BC5CCE8-DC54-48F2-B9A7-A06484DBD520}"/>
              </a:ext>
            </a:extLst>
          </p:cNvPr>
          <p:cNvSpPr txBox="1">
            <a:spLocks/>
          </p:cNvSpPr>
          <p:nvPr/>
        </p:nvSpPr>
        <p:spPr>
          <a:xfrm>
            <a:off x="13715947" y="1948026"/>
            <a:ext cx="4025555" cy="269546"/>
          </a:xfrm>
          <a:prstGeom prst="rect">
            <a:avLst/>
          </a:prstGeom>
          <a:ln w="60960">
            <a:noFill/>
          </a:ln>
        </p:spPr>
        <p:txBody>
          <a:bodyPr lIns="95160" tIns="121112" rIns="95160" bIns="0">
            <a:noAutofit/>
          </a:bodyPr>
          <a:lstStyle>
            <a:lvl1pPr marL="0" indent="0" algn="l" defTabSz="4180607" rtl="0" eaLnBrk="1" latinLnBrk="0" hangingPunct="1">
              <a:spcBef>
                <a:spcPct val="20000"/>
              </a:spcBef>
              <a:buFont typeface="Arial" pitchFamily="34" charset="0"/>
              <a:buNone/>
              <a:defRPr sz="4404" b="1" kern="1200">
                <a:solidFill>
                  <a:schemeClr val="bg2"/>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600" dirty="0"/>
              <a:t>Header </a:t>
            </a:r>
            <a:endParaRPr lang="en-US" sz="1600" dirty="0"/>
          </a:p>
        </p:txBody>
      </p:sp>
      <p:sp>
        <p:nvSpPr>
          <p:cNvPr id="45" name="Textplatzhalter 2">
            <a:extLst>
              <a:ext uri="{FF2B5EF4-FFF2-40B4-BE49-F238E27FC236}">
                <a16:creationId xmlns:a16="http://schemas.microsoft.com/office/drawing/2014/main" id="{502D9FAB-3578-C94B-8F0A-F615FFE7FC9B}"/>
              </a:ext>
            </a:extLst>
          </p:cNvPr>
          <p:cNvSpPr txBox="1">
            <a:spLocks/>
          </p:cNvSpPr>
          <p:nvPr/>
        </p:nvSpPr>
        <p:spPr>
          <a:xfrm>
            <a:off x="13768024" y="2335188"/>
            <a:ext cx="3877215" cy="4236766"/>
          </a:xfrm>
          <a:prstGeom prst="rect">
            <a:avLst/>
          </a:prstGeom>
          <a:solidFill>
            <a:schemeClr val="bg1"/>
          </a:solidFill>
        </p:spPr>
        <p:txBody>
          <a:bodyPr lIns="95160" tIns="95160" rIns="95160" bIns="129764"/>
          <a:lstStyle>
            <a:lvl1pPr marL="0" indent="0" algn="l" defTabSz="4180607" rtl="0" eaLnBrk="1" latinLnBrk="0" hangingPunct="1">
              <a:spcBef>
                <a:spcPct val="20000"/>
              </a:spcBef>
              <a:buFont typeface="Arial" pitchFamily="34" charset="0"/>
              <a:buNone/>
              <a:defRPr sz="2503"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300" dirty="0" err="1"/>
              <a:t>Lorem</a:t>
            </a:r>
            <a:r>
              <a:rPr lang="de-DE" sz="1300" dirty="0"/>
              <a:t> </a:t>
            </a:r>
            <a:r>
              <a:rPr lang="de-DE" sz="1300" dirty="0" err="1"/>
              <a:t>ipsum</a:t>
            </a:r>
            <a:r>
              <a:rPr lang="de-DE" sz="1300" dirty="0"/>
              <a:t> </a:t>
            </a:r>
            <a:r>
              <a:rPr lang="de-DE" sz="1300" dirty="0" err="1"/>
              <a:t>dolor</a:t>
            </a:r>
            <a:r>
              <a:rPr lang="de-DE" sz="1300" dirty="0"/>
              <a:t> </a:t>
            </a:r>
            <a:r>
              <a:rPr lang="de-DE" sz="1300" dirty="0" err="1"/>
              <a:t>sit</a:t>
            </a:r>
            <a:r>
              <a:rPr lang="de-DE" sz="1300" dirty="0"/>
              <a:t> </a:t>
            </a:r>
            <a:r>
              <a:rPr lang="de-DE" sz="1300" dirty="0" err="1"/>
              <a:t>amet</a:t>
            </a:r>
            <a:endParaRPr lang="en-US" sz="1300" dirty="0"/>
          </a:p>
        </p:txBody>
      </p:sp>
      <p:sp>
        <p:nvSpPr>
          <p:cNvPr id="42" name="Bildplatzhalter 51">
            <a:extLst>
              <a:ext uri="{FF2B5EF4-FFF2-40B4-BE49-F238E27FC236}">
                <a16:creationId xmlns:a16="http://schemas.microsoft.com/office/drawing/2014/main" id="{082CFC5F-B249-46A2-BC0B-ACDBA3E17D52}"/>
              </a:ext>
            </a:extLst>
          </p:cNvPr>
          <p:cNvSpPr txBox="1">
            <a:spLocks/>
          </p:cNvSpPr>
          <p:nvPr/>
        </p:nvSpPr>
        <p:spPr>
          <a:xfrm>
            <a:off x="13824521" y="5503540"/>
            <a:ext cx="3820718" cy="4331911"/>
          </a:xfrm>
          <a:prstGeom prst="rect">
            <a:avLst/>
          </a:prstGeom>
        </p:spPr>
        <p:txBody>
          <a:bodyPr/>
          <a:lstStyle>
            <a:lvl1pPr marL="0" indent="0" algn="l" defTabSz="4180607" rtl="0" eaLnBrk="1" latinLnBrk="0" hangingPunct="1">
              <a:spcBef>
                <a:spcPct val="20000"/>
              </a:spcBef>
              <a:buFont typeface="Arial" pitchFamily="34" charset="0"/>
              <a:buNone/>
              <a:defRPr sz="5405"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en-US" sz="1298" dirty="0"/>
              <a:t>Click icon to add picture</a:t>
            </a:r>
          </a:p>
        </p:txBody>
      </p:sp>
    </p:spTree>
    <p:extLst>
      <p:ext uri="{BB962C8B-B14F-4D97-AF65-F5344CB8AC3E}">
        <p14:creationId xmlns:p14="http://schemas.microsoft.com/office/powerpoint/2010/main" val="1308360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58016">
              <a:schemeClr val="accent4">
                <a:lumMod val="60000"/>
                <a:lumOff val="40000"/>
              </a:schemeClr>
            </a:gs>
            <a:gs pos="0">
              <a:schemeClr val="accent4">
                <a:lumMod val="40000"/>
                <a:lumOff val="60000"/>
              </a:schemeClr>
            </a:gs>
            <a:gs pos="74000">
              <a:schemeClr val="accent4">
                <a:lumMod val="75000"/>
              </a:schemeClr>
            </a:gs>
            <a:gs pos="83000">
              <a:schemeClr val="accent4">
                <a:lumMod val="75000"/>
              </a:schemeClr>
            </a:gs>
            <a:gs pos="100000">
              <a:schemeClr val="accent4">
                <a:lumMod val="60000"/>
                <a:lumOff val="40000"/>
              </a:schemeClr>
            </a:gs>
          </a:gsLst>
          <a:lin ang="5400000" scaled="1"/>
        </a:gradFill>
        <a:effectLst/>
      </p:bgPr>
    </p:bg>
    <p:spTree>
      <p:nvGrpSpPr>
        <p:cNvPr id="1" name=""/>
        <p:cNvGrpSpPr/>
        <p:nvPr/>
      </p:nvGrpSpPr>
      <p:grpSpPr>
        <a:xfrm>
          <a:off x="0" y="0"/>
          <a:ext cx="0" cy="0"/>
          <a:chOff x="0" y="0"/>
          <a:chExt cx="0" cy="0"/>
        </a:xfrm>
      </p:grpSpPr>
      <p:sp>
        <p:nvSpPr>
          <p:cNvPr id="28" name="Textplatzhalter 8">
            <a:extLst>
              <a:ext uri="{FF2B5EF4-FFF2-40B4-BE49-F238E27FC236}">
                <a16:creationId xmlns:a16="http://schemas.microsoft.com/office/drawing/2014/main" id="{02AFC87E-7431-44FD-9168-BDC05B6B0460}"/>
              </a:ext>
            </a:extLst>
          </p:cNvPr>
          <p:cNvSpPr txBox="1">
            <a:spLocks/>
          </p:cNvSpPr>
          <p:nvPr/>
        </p:nvSpPr>
        <p:spPr>
          <a:xfrm>
            <a:off x="535197" y="373521"/>
            <a:ext cx="17153334" cy="1207336"/>
          </a:xfrm>
          <a:prstGeom prst="rect">
            <a:avLst/>
          </a:prstGeom>
        </p:spPr>
        <p:txBody>
          <a:bodyPr lIns="8651"/>
          <a:lstStyle>
            <a:lvl1pPr marL="0" indent="0" algn="l" defTabSz="4180607" rtl="0" eaLnBrk="1" latinLnBrk="0" hangingPunct="1">
              <a:spcBef>
                <a:spcPct val="20000"/>
              </a:spcBef>
              <a:buFont typeface="Arial" pitchFamily="34" charset="0"/>
              <a:buNone/>
              <a:defRPr sz="9409"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pPr algn="ctr"/>
            <a:r>
              <a:rPr lang="de-DE" sz="2800" dirty="0"/>
              <a:t>Die NARRATIVE POPULISTISCHER POLITIKER*INNEN in den SOZIALEN MEDIEN</a:t>
            </a:r>
            <a:endParaRPr lang="de-DE" sz="3142" dirty="0"/>
          </a:p>
          <a:p>
            <a:pPr algn="ctr" defTabSz="1491385">
              <a:spcBef>
                <a:spcPts val="429"/>
              </a:spcBef>
            </a:pPr>
            <a:r>
              <a:rPr lang="es-CL" sz="1600" dirty="0"/>
              <a:t>Clara Paluschzak      Michela Manco     Augusto Teixeira</a:t>
            </a:r>
            <a:endParaRPr lang="en-US" sz="1200" i="1" dirty="0">
              <a:solidFill>
                <a:prstClr val="black"/>
              </a:solidFill>
              <a:latin typeface="Arial"/>
              <a:cs typeface="+mn-cs"/>
            </a:endParaRPr>
          </a:p>
        </p:txBody>
      </p:sp>
      <p:sp>
        <p:nvSpPr>
          <p:cNvPr id="29" name="Textplatzhalter 13">
            <a:extLst>
              <a:ext uri="{FF2B5EF4-FFF2-40B4-BE49-F238E27FC236}">
                <a16:creationId xmlns:a16="http://schemas.microsoft.com/office/drawing/2014/main" id="{35D55E40-9F4B-425A-950A-0B709EDEFA03}"/>
              </a:ext>
            </a:extLst>
          </p:cNvPr>
          <p:cNvSpPr txBox="1">
            <a:spLocks/>
          </p:cNvSpPr>
          <p:nvPr/>
        </p:nvSpPr>
        <p:spPr>
          <a:xfrm>
            <a:off x="5900366" y="2077579"/>
            <a:ext cx="6480056" cy="259406"/>
          </a:xfrm>
          <a:prstGeom prst="rect">
            <a:avLst/>
          </a:prstGeom>
        </p:spPr>
        <p:txBody>
          <a:bodyPr lIns="0"/>
          <a:lstStyle>
            <a:lvl1pPr marL="0" indent="0" algn="l" defTabSz="4180607" rtl="0" eaLnBrk="1" latinLnBrk="0" hangingPunct="1">
              <a:spcBef>
                <a:spcPct val="20000"/>
              </a:spcBef>
              <a:buFont typeface="Arial" pitchFamily="34" charset="0"/>
              <a:buNone/>
              <a:defRPr sz="6707"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8361214" indent="0" algn="l" defTabSz="4180607" rtl="0" eaLnBrk="1" latinLnBrk="0" hangingPunct="1">
              <a:spcBef>
                <a:spcPct val="20000"/>
              </a:spcBef>
              <a:buFont typeface="Arial" pitchFamily="34" charset="0"/>
              <a:buNone/>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endParaRPr lang="en-US" sz="1611" dirty="0"/>
          </a:p>
        </p:txBody>
      </p:sp>
      <p:sp>
        <p:nvSpPr>
          <p:cNvPr id="19" name="Rechteck 18">
            <a:extLst>
              <a:ext uri="{FF2B5EF4-FFF2-40B4-BE49-F238E27FC236}">
                <a16:creationId xmlns:a16="http://schemas.microsoft.com/office/drawing/2014/main" id="{774F513A-BFF6-4EFC-A7CC-D2427682B21D}"/>
              </a:ext>
            </a:extLst>
          </p:cNvPr>
          <p:cNvSpPr/>
          <p:nvPr/>
        </p:nvSpPr>
        <p:spPr>
          <a:xfrm>
            <a:off x="454208" y="1958639"/>
            <a:ext cx="4412433" cy="1707666"/>
          </a:xfrm>
          <a:prstGeom prst="rect">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970"/>
          </a:p>
        </p:txBody>
      </p:sp>
      <p:sp>
        <p:nvSpPr>
          <p:cNvPr id="22" name="Rechteck 21">
            <a:extLst>
              <a:ext uri="{FF2B5EF4-FFF2-40B4-BE49-F238E27FC236}">
                <a16:creationId xmlns:a16="http://schemas.microsoft.com/office/drawing/2014/main" id="{AD9447DE-8622-49F9-8BB1-E3327607ED28}"/>
              </a:ext>
            </a:extLst>
          </p:cNvPr>
          <p:cNvSpPr/>
          <p:nvPr/>
        </p:nvSpPr>
        <p:spPr>
          <a:xfrm>
            <a:off x="8345704" y="1949612"/>
            <a:ext cx="9488087" cy="6146216"/>
          </a:xfrm>
          <a:prstGeom prst="rect">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970" dirty="0"/>
          </a:p>
        </p:txBody>
      </p:sp>
      <p:sp>
        <p:nvSpPr>
          <p:cNvPr id="23" name="Rechteck 22">
            <a:extLst>
              <a:ext uri="{FF2B5EF4-FFF2-40B4-BE49-F238E27FC236}">
                <a16:creationId xmlns:a16="http://schemas.microsoft.com/office/drawing/2014/main" id="{DCA63645-2B1A-4147-AB62-AC8A146358AE}"/>
              </a:ext>
            </a:extLst>
          </p:cNvPr>
          <p:cNvSpPr/>
          <p:nvPr/>
        </p:nvSpPr>
        <p:spPr>
          <a:xfrm>
            <a:off x="8352203" y="8297094"/>
            <a:ext cx="9481588" cy="1601191"/>
          </a:xfrm>
          <a:prstGeom prst="rect">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970" dirty="0"/>
          </a:p>
        </p:txBody>
      </p:sp>
      <p:sp>
        <p:nvSpPr>
          <p:cNvPr id="24" name="Rechteck 23">
            <a:extLst>
              <a:ext uri="{FF2B5EF4-FFF2-40B4-BE49-F238E27FC236}">
                <a16:creationId xmlns:a16="http://schemas.microsoft.com/office/drawing/2014/main" id="{4CD47678-0EDF-471C-8E09-538CA8E8B9AC}"/>
              </a:ext>
            </a:extLst>
          </p:cNvPr>
          <p:cNvSpPr/>
          <p:nvPr/>
        </p:nvSpPr>
        <p:spPr>
          <a:xfrm>
            <a:off x="462926" y="3834400"/>
            <a:ext cx="7653230" cy="3202522"/>
          </a:xfrm>
          <a:prstGeom prst="rect">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300" dirty="0"/>
              <a:t>v</a:t>
            </a:r>
          </a:p>
        </p:txBody>
      </p:sp>
      <p:sp>
        <p:nvSpPr>
          <p:cNvPr id="25" name="Textplatzhalter 15">
            <a:extLst>
              <a:ext uri="{FF2B5EF4-FFF2-40B4-BE49-F238E27FC236}">
                <a16:creationId xmlns:a16="http://schemas.microsoft.com/office/drawing/2014/main" id="{7E24A74D-83A4-44C1-8E2C-F38884A91C86}"/>
              </a:ext>
            </a:extLst>
          </p:cNvPr>
          <p:cNvSpPr txBox="1">
            <a:spLocks/>
          </p:cNvSpPr>
          <p:nvPr/>
        </p:nvSpPr>
        <p:spPr>
          <a:xfrm>
            <a:off x="402479" y="3812316"/>
            <a:ext cx="4025555" cy="269546"/>
          </a:xfrm>
          <a:prstGeom prst="rect">
            <a:avLst/>
          </a:prstGeom>
          <a:ln w="60960">
            <a:noFill/>
          </a:ln>
        </p:spPr>
        <p:txBody>
          <a:bodyPr lIns="95160" tIns="121112" rIns="95160" bIns="0">
            <a:noAutofit/>
          </a:bodyPr>
          <a:lstStyle>
            <a:lvl1pPr marL="0" indent="0" algn="l" defTabSz="4180607" rtl="0" eaLnBrk="1" latinLnBrk="0" hangingPunct="1">
              <a:spcBef>
                <a:spcPct val="20000"/>
              </a:spcBef>
              <a:buFont typeface="Arial" pitchFamily="34" charset="0"/>
              <a:buNone/>
              <a:defRPr sz="4404" b="1" kern="1200">
                <a:solidFill>
                  <a:schemeClr val="bg2"/>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600" dirty="0">
                <a:solidFill>
                  <a:schemeClr val="accent4">
                    <a:lumMod val="75000"/>
                  </a:schemeClr>
                </a:solidFill>
              </a:rPr>
              <a:t>Methodik</a:t>
            </a:r>
            <a:r>
              <a:rPr lang="de-DE" sz="1600" dirty="0"/>
              <a:t> </a:t>
            </a:r>
            <a:endParaRPr lang="en-US" sz="1600" dirty="0"/>
          </a:p>
        </p:txBody>
      </p:sp>
      <p:sp>
        <p:nvSpPr>
          <p:cNvPr id="26" name="Textplatzhalter 15">
            <a:extLst>
              <a:ext uri="{FF2B5EF4-FFF2-40B4-BE49-F238E27FC236}">
                <a16:creationId xmlns:a16="http://schemas.microsoft.com/office/drawing/2014/main" id="{BD6E2D83-891B-4524-BC12-357D2423B1F0}"/>
              </a:ext>
            </a:extLst>
          </p:cNvPr>
          <p:cNvSpPr txBox="1">
            <a:spLocks/>
          </p:cNvSpPr>
          <p:nvPr/>
        </p:nvSpPr>
        <p:spPr>
          <a:xfrm>
            <a:off x="8354867" y="8261034"/>
            <a:ext cx="4025555" cy="269546"/>
          </a:xfrm>
          <a:prstGeom prst="rect">
            <a:avLst/>
          </a:prstGeom>
          <a:ln w="60960">
            <a:noFill/>
          </a:ln>
        </p:spPr>
        <p:txBody>
          <a:bodyPr lIns="95160" tIns="121112" rIns="95160" bIns="0"/>
          <a:lstStyle>
            <a:lvl1pPr marL="0" indent="0" algn="l" defTabSz="4180607" rtl="0" eaLnBrk="1" latinLnBrk="0" hangingPunct="1">
              <a:spcBef>
                <a:spcPct val="20000"/>
              </a:spcBef>
              <a:buFont typeface="Arial" pitchFamily="34" charset="0"/>
              <a:buNone/>
              <a:defRPr sz="4404" b="1" kern="1200">
                <a:solidFill>
                  <a:schemeClr val="bg2"/>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600" dirty="0">
                <a:solidFill>
                  <a:schemeClr val="accent4">
                    <a:lumMod val="75000"/>
                  </a:schemeClr>
                </a:solidFill>
              </a:rPr>
              <a:t>Fazit</a:t>
            </a:r>
            <a:r>
              <a:rPr lang="de-DE" sz="1600" dirty="0"/>
              <a:t> </a:t>
            </a:r>
            <a:endParaRPr lang="en-US" sz="1600" dirty="0"/>
          </a:p>
        </p:txBody>
      </p:sp>
      <p:sp>
        <p:nvSpPr>
          <p:cNvPr id="27" name="Bildplatzhalter 12"/>
          <p:cNvSpPr txBox="1">
            <a:spLocks/>
          </p:cNvSpPr>
          <p:nvPr/>
        </p:nvSpPr>
        <p:spPr>
          <a:xfrm>
            <a:off x="5087818" y="7126602"/>
            <a:ext cx="8198819" cy="2688643"/>
          </a:xfrm>
          <a:prstGeom prst="rect">
            <a:avLst/>
          </a:prstGeom>
        </p:spPr>
        <p:txBody>
          <a:bodyPr bIns="11246" anchor="t" anchorCtr="0"/>
          <a:lstStyle>
            <a:lvl1pPr marL="0" indent="0" algn="l" defTabSz="4180607" rtl="0" eaLnBrk="1" latinLnBrk="0" hangingPunct="1">
              <a:spcBef>
                <a:spcPct val="20000"/>
              </a:spcBef>
              <a:buFont typeface="Arial" pitchFamily="34" charset="0"/>
              <a:buNone/>
              <a:defRPr sz="5405"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endParaRPr lang="de-DE" sz="1298" dirty="0"/>
          </a:p>
        </p:txBody>
      </p:sp>
      <p:sp>
        <p:nvSpPr>
          <p:cNvPr id="30" name="Textplatzhalter 15">
            <a:extLst>
              <a:ext uri="{FF2B5EF4-FFF2-40B4-BE49-F238E27FC236}">
                <a16:creationId xmlns:a16="http://schemas.microsoft.com/office/drawing/2014/main" id="{A2B2A0E0-7079-491E-BA67-2AE00A778FA4}"/>
              </a:ext>
            </a:extLst>
          </p:cNvPr>
          <p:cNvSpPr txBox="1">
            <a:spLocks/>
          </p:cNvSpPr>
          <p:nvPr/>
        </p:nvSpPr>
        <p:spPr>
          <a:xfrm>
            <a:off x="378836" y="1957488"/>
            <a:ext cx="4025555" cy="269546"/>
          </a:xfrm>
          <a:prstGeom prst="rect">
            <a:avLst/>
          </a:prstGeom>
          <a:ln w="60960">
            <a:noFill/>
          </a:ln>
        </p:spPr>
        <p:txBody>
          <a:bodyPr lIns="95160" tIns="121112" rIns="95160" bIns="0">
            <a:noAutofit/>
          </a:bodyPr>
          <a:lstStyle>
            <a:lvl1pPr marL="0" indent="0" algn="l" defTabSz="4180607" rtl="0" eaLnBrk="1" latinLnBrk="0" hangingPunct="1">
              <a:spcBef>
                <a:spcPct val="20000"/>
              </a:spcBef>
              <a:buFont typeface="Arial" pitchFamily="34" charset="0"/>
              <a:buNone/>
              <a:defRPr sz="4404" b="1" kern="0" baseline="0">
                <a:solidFill>
                  <a:schemeClr val="bg2"/>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600" dirty="0">
                <a:solidFill>
                  <a:schemeClr val="accent4">
                    <a:lumMod val="75000"/>
                  </a:schemeClr>
                </a:solidFill>
              </a:rPr>
              <a:t>Forschungsfrage</a:t>
            </a:r>
            <a:endParaRPr lang="en-US" sz="1600" dirty="0">
              <a:solidFill>
                <a:schemeClr val="accent4">
                  <a:lumMod val="75000"/>
                </a:schemeClr>
              </a:solidFill>
            </a:endParaRPr>
          </a:p>
          <a:p>
            <a:endParaRPr lang="en-US" sz="1600" dirty="0">
              <a:solidFill>
                <a:schemeClr val="accent4">
                  <a:lumMod val="75000"/>
                </a:schemeClr>
              </a:solidFill>
            </a:endParaRPr>
          </a:p>
        </p:txBody>
      </p:sp>
      <p:sp>
        <p:nvSpPr>
          <p:cNvPr id="32" name="Bildplatzhalter 51">
            <a:extLst>
              <a:ext uri="{FF2B5EF4-FFF2-40B4-BE49-F238E27FC236}">
                <a16:creationId xmlns:a16="http://schemas.microsoft.com/office/drawing/2014/main" id="{082CFC5F-B249-46A2-BC0B-ACDBA3E17D52}"/>
              </a:ext>
            </a:extLst>
          </p:cNvPr>
          <p:cNvSpPr txBox="1">
            <a:spLocks/>
          </p:cNvSpPr>
          <p:nvPr/>
        </p:nvSpPr>
        <p:spPr>
          <a:xfrm>
            <a:off x="667068" y="7836724"/>
            <a:ext cx="3925529" cy="1991651"/>
          </a:xfrm>
          <a:prstGeom prst="rect">
            <a:avLst/>
          </a:prstGeom>
        </p:spPr>
        <p:txBody>
          <a:bodyPr/>
          <a:lstStyle>
            <a:lvl1pPr marL="0" indent="0" algn="l" defTabSz="4180607" rtl="0" eaLnBrk="1" latinLnBrk="0" hangingPunct="1">
              <a:spcBef>
                <a:spcPct val="20000"/>
              </a:spcBef>
              <a:buFont typeface="Arial" pitchFamily="34" charset="0"/>
              <a:buNone/>
              <a:defRPr sz="5405"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en-US" sz="1298" dirty="0"/>
              <a:t>Click icon to add picture</a:t>
            </a:r>
          </a:p>
        </p:txBody>
      </p:sp>
      <p:sp>
        <p:nvSpPr>
          <p:cNvPr id="33" name="Textplatzhalter 2">
            <a:extLst>
              <a:ext uri="{FF2B5EF4-FFF2-40B4-BE49-F238E27FC236}">
                <a16:creationId xmlns:a16="http://schemas.microsoft.com/office/drawing/2014/main" id="{C706C9FA-149F-4DAE-AF20-EF8E17C12110}"/>
              </a:ext>
            </a:extLst>
          </p:cNvPr>
          <p:cNvSpPr txBox="1">
            <a:spLocks/>
          </p:cNvSpPr>
          <p:nvPr/>
        </p:nvSpPr>
        <p:spPr>
          <a:xfrm>
            <a:off x="574631" y="2342081"/>
            <a:ext cx="4147990" cy="1116298"/>
          </a:xfrm>
          <a:prstGeom prst="rect">
            <a:avLst/>
          </a:prstGeom>
          <a:solidFill>
            <a:schemeClr val="bg1"/>
          </a:solidFill>
        </p:spPr>
        <p:txBody>
          <a:bodyPr lIns="95160" tIns="95160" rIns="95160" bIns="129764"/>
          <a:lstStyle>
            <a:lvl1pPr marL="0" indent="0" algn="l" defTabSz="4180607" rtl="0" eaLnBrk="1" latinLnBrk="0" hangingPunct="1">
              <a:spcBef>
                <a:spcPct val="20000"/>
              </a:spcBef>
              <a:buFont typeface="Arial" pitchFamily="34" charset="0"/>
              <a:buNone/>
              <a:defRPr sz="2503"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400" dirty="0"/>
              <a:t>1. Kann die Textmodellierung in Form von einer LDA Themen identifizieren?</a:t>
            </a:r>
            <a:br>
              <a:rPr lang="de-DE" sz="1400" dirty="0"/>
            </a:br>
            <a:endParaRPr lang="de-DE" sz="1400" dirty="0"/>
          </a:p>
          <a:p>
            <a:r>
              <a:rPr lang="de-DE" sz="1400" dirty="0"/>
              <a:t>2. Welche Dynamiken entstehen bei nicht populistischen Parteien?</a:t>
            </a:r>
          </a:p>
        </p:txBody>
      </p:sp>
      <p:sp>
        <p:nvSpPr>
          <p:cNvPr id="36" name="Textplatzhalter 15">
            <a:extLst>
              <a:ext uri="{FF2B5EF4-FFF2-40B4-BE49-F238E27FC236}">
                <a16:creationId xmlns:a16="http://schemas.microsoft.com/office/drawing/2014/main" id="{33F9BD31-F856-4F0F-BFB8-6EE0C1C15395}"/>
              </a:ext>
            </a:extLst>
          </p:cNvPr>
          <p:cNvSpPr txBox="1">
            <a:spLocks/>
          </p:cNvSpPr>
          <p:nvPr/>
        </p:nvSpPr>
        <p:spPr>
          <a:xfrm>
            <a:off x="8403058" y="1989906"/>
            <a:ext cx="5054095" cy="269546"/>
          </a:xfrm>
          <a:prstGeom prst="rect">
            <a:avLst/>
          </a:prstGeom>
          <a:ln w="60960">
            <a:noFill/>
          </a:ln>
        </p:spPr>
        <p:txBody>
          <a:bodyPr lIns="95160" tIns="121112" rIns="95160" bIns="0">
            <a:noAutofit/>
          </a:bodyPr>
          <a:lstStyle>
            <a:lvl1pPr marL="0" indent="0" algn="l" defTabSz="4180607" rtl="0" eaLnBrk="1" latinLnBrk="0" hangingPunct="1">
              <a:spcBef>
                <a:spcPct val="20000"/>
              </a:spcBef>
              <a:buFont typeface="Arial" pitchFamily="34" charset="0"/>
              <a:buNone/>
              <a:defRPr sz="4404" b="1" kern="1200">
                <a:solidFill>
                  <a:schemeClr val="bg2"/>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600" dirty="0">
                <a:solidFill>
                  <a:schemeClr val="accent4">
                    <a:lumMod val="75000"/>
                  </a:schemeClr>
                </a:solidFill>
              </a:rPr>
              <a:t>2.Ergebnisse: Themen auf Abgeordnetentweets</a:t>
            </a:r>
            <a:r>
              <a:rPr lang="de-DE" sz="1600" dirty="0"/>
              <a:t> </a:t>
            </a:r>
            <a:endParaRPr lang="en-US" sz="1600" dirty="0"/>
          </a:p>
        </p:txBody>
      </p:sp>
      <p:sp>
        <p:nvSpPr>
          <p:cNvPr id="20" name="Rechteck 19">
            <a:extLst>
              <a:ext uri="{FF2B5EF4-FFF2-40B4-BE49-F238E27FC236}">
                <a16:creationId xmlns:a16="http://schemas.microsoft.com/office/drawing/2014/main" id="{DDD99A13-DE1F-47DF-8059-993FE5E14983}"/>
              </a:ext>
            </a:extLst>
          </p:cNvPr>
          <p:cNvSpPr/>
          <p:nvPr/>
        </p:nvSpPr>
        <p:spPr>
          <a:xfrm>
            <a:off x="4996840" y="1949612"/>
            <a:ext cx="3127688" cy="1732783"/>
          </a:xfrm>
          <a:prstGeom prst="rect">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285750" indent="-285750">
              <a:buFont typeface="Arial" panose="020B0604020202020204" pitchFamily="34" charset="0"/>
              <a:buChar char="•"/>
            </a:pPr>
            <a:endParaRPr lang="en-US" sz="1400" dirty="0">
              <a:solidFill>
                <a:schemeClr val="tx1"/>
              </a:solidFill>
            </a:endParaRPr>
          </a:p>
          <a:p>
            <a:endParaRPr lang="en-US" sz="1400" dirty="0">
              <a:solidFill>
                <a:schemeClr val="tx1"/>
              </a:solidFill>
            </a:endParaRPr>
          </a:p>
        </p:txBody>
      </p:sp>
      <p:sp>
        <p:nvSpPr>
          <p:cNvPr id="35" name="Textplatzhalter 15">
            <a:extLst>
              <a:ext uri="{FF2B5EF4-FFF2-40B4-BE49-F238E27FC236}">
                <a16:creationId xmlns:a16="http://schemas.microsoft.com/office/drawing/2014/main" id="{3BC5CCE8-DC54-48F2-B9A7-A06484DBD520}"/>
              </a:ext>
            </a:extLst>
          </p:cNvPr>
          <p:cNvSpPr txBox="1">
            <a:spLocks/>
          </p:cNvSpPr>
          <p:nvPr/>
        </p:nvSpPr>
        <p:spPr>
          <a:xfrm>
            <a:off x="4942903" y="1933170"/>
            <a:ext cx="4025555" cy="269546"/>
          </a:xfrm>
          <a:prstGeom prst="rect">
            <a:avLst/>
          </a:prstGeom>
          <a:ln w="60960">
            <a:noFill/>
          </a:ln>
        </p:spPr>
        <p:txBody>
          <a:bodyPr lIns="95160" tIns="121112" rIns="95160" bIns="0">
            <a:noAutofit/>
          </a:bodyPr>
          <a:lstStyle>
            <a:lvl1pPr marL="0" indent="0" algn="l" defTabSz="4180607" rtl="0" eaLnBrk="1" latinLnBrk="0" hangingPunct="1">
              <a:spcBef>
                <a:spcPct val="20000"/>
              </a:spcBef>
              <a:buFont typeface="Arial" pitchFamily="34" charset="0"/>
              <a:buNone/>
              <a:defRPr sz="4404" b="1" kern="1200">
                <a:solidFill>
                  <a:schemeClr val="bg2"/>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600" dirty="0">
                <a:solidFill>
                  <a:schemeClr val="accent4">
                    <a:lumMod val="75000"/>
                  </a:schemeClr>
                </a:solidFill>
              </a:rPr>
              <a:t>Daten</a:t>
            </a:r>
            <a:r>
              <a:rPr lang="de-DE" sz="1600" dirty="0"/>
              <a:t> </a:t>
            </a:r>
            <a:endParaRPr lang="en-US" sz="1600" dirty="0"/>
          </a:p>
        </p:txBody>
      </p:sp>
      <p:sp>
        <p:nvSpPr>
          <p:cNvPr id="41" name="Textplatzhalter 2">
            <a:extLst>
              <a:ext uri="{FF2B5EF4-FFF2-40B4-BE49-F238E27FC236}">
                <a16:creationId xmlns:a16="http://schemas.microsoft.com/office/drawing/2014/main" id="{298775C1-C829-CA44-847A-17E4CFE77E41}"/>
              </a:ext>
            </a:extLst>
          </p:cNvPr>
          <p:cNvSpPr txBox="1">
            <a:spLocks/>
          </p:cNvSpPr>
          <p:nvPr/>
        </p:nvSpPr>
        <p:spPr>
          <a:xfrm>
            <a:off x="462925" y="7235948"/>
            <a:ext cx="7653231" cy="2710886"/>
          </a:xfrm>
          <a:prstGeom prst="rect">
            <a:avLst/>
          </a:prstGeom>
          <a:solidFill>
            <a:schemeClr val="bg1"/>
          </a:solidFill>
        </p:spPr>
        <p:txBody>
          <a:bodyPr lIns="95160" tIns="95160" rIns="95160" bIns="129764"/>
          <a:lstStyle>
            <a:lvl1pPr marL="0" indent="0" algn="l" defTabSz="4180607" rtl="0" eaLnBrk="1" latinLnBrk="0" hangingPunct="1">
              <a:spcBef>
                <a:spcPct val="20000"/>
              </a:spcBef>
              <a:buFont typeface="Arial" pitchFamily="34" charset="0"/>
              <a:buNone/>
              <a:defRPr sz="2503"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400" dirty="0"/>
              <a:t> </a:t>
            </a:r>
            <a:endParaRPr lang="en-US" sz="1400" dirty="0"/>
          </a:p>
          <a:p>
            <a:endParaRPr lang="en-US" sz="1300" dirty="0"/>
          </a:p>
        </p:txBody>
      </p:sp>
      <p:sp>
        <p:nvSpPr>
          <p:cNvPr id="37" name="Textplatzhalter 15">
            <a:extLst>
              <a:ext uri="{FF2B5EF4-FFF2-40B4-BE49-F238E27FC236}">
                <a16:creationId xmlns:a16="http://schemas.microsoft.com/office/drawing/2014/main" id="{8D3BA330-E610-4D47-B10C-1EBA581FF683}"/>
              </a:ext>
            </a:extLst>
          </p:cNvPr>
          <p:cNvSpPr txBox="1">
            <a:spLocks/>
          </p:cNvSpPr>
          <p:nvPr/>
        </p:nvSpPr>
        <p:spPr>
          <a:xfrm>
            <a:off x="376251" y="7145056"/>
            <a:ext cx="4025555" cy="269546"/>
          </a:xfrm>
          <a:prstGeom prst="rect">
            <a:avLst/>
          </a:prstGeom>
          <a:ln w="60960">
            <a:noFill/>
          </a:ln>
        </p:spPr>
        <p:txBody>
          <a:bodyPr lIns="95160" tIns="121112" rIns="95160" bIns="0">
            <a:noAutofit/>
          </a:bodyPr>
          <a:lstStyle>
            <a:lvl1pPr marL="0" indent="0" algn="l" defTabSz="4180607" rtl="0" eaLnBrk="1" latinLnBrk="0" hangingPunct="1">
              <a:spcBef>
                <a:spcPct val="20000"/>
              </a:spcBef>
              <a:buFont typeface="Arial" pitchFamily="34" charset="0"/>
              <a:buNone/>
              <a:defRPr sz="4404" b="1" kern="0" baseline="0">
                <a:solidFill>
                  <a:schemeClr val="bg2"/>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600" dirty="0">
                <a:solidFill>
                  <a:schemeClr val="accent4">
                    <a:lumMod val="75000"/>
                  </a:schemeClr>
                </a:solidFill>
              </a:rPr>
              <a:t>1.Themen</a:t>
            </a:r>
            <a:endParaRPr lang="en-US" sz="1600" dirty="0">
              <a:solidFill>
                <a:schemeClr val="accent4">
                  <a:lumMod val="75000"/>
                </a:schemeClr>
              </a:solidFill>
            </a:endParaRPr>
          </a:p>
        </p:txBody>
      </p:sp>
      <p:sp>
        <p:nvSpPr>
          <p:cNvPr id="34" name="Textplatzhalter 2">
            <a:extLst>
              <a:ext uri="{FF2B5EF4-FFF2-40B4-BE49-F238E27FC236}">
                <a16:creationId xmlns:a16="http://schemas.microsoft.com/office/drawing/2014/main" id="{23DCF834-642A-C141-B6B2-AFB6B87C1C3F}"/>
              </a:ext>
            </a:extLst>
          </p:cNvPr>
          <p:cNvSpPr txBox="1">
            <a:spLocks/>
          </p:cNvSpPr>
          <p:nvPr/>
        </p:nvSpPr>
        <p:spPr>
          <a:xfrm>
            <a:off x="5057288" y="2347125"/>
            <a:ext cx="3058868" cy="1036189"/>
          </a:xfrm>
          <a:prstGeom prst="rect">
            <a:avLst/>
          </a:prstGeom>
          <a:solidFill>
            <a:schemeClr val="bg1"/>
          </a:solidFill>
        </p:spPr>
        <p:txBody>
          <a:bodyPr lIns="95160" tIns="95160" rIns="95160" bIns="129764"/>
          <a:lstStyle>
            <a:lvl1pPr marL="0" indent="0" algn="l" defTabSz="4180607" rtl="0" eaLnBrk="1" latinLnBrk="0" hangingPunct="1">
              <a:spcBef>
                <a:spcPct val="20000"/>
              </a:spcBef>
              <a:buFont typeface="Arial" pitchFamily="34" charset="0"/>
              <a:buNone/>
              <a:defRPr sz="2503"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en-US" sz="1400" dirty="0"/>
              <a:t>Quelle: Tweets von Abgeordneten im Bundestag</a:t>
            </a:r>
          </a:p>
          <a:p>
            <a:r>
              <a:rPr lang="en-US" sz="1400" dirty="0"/>
              <a:t>Anzahl: 1.5 Millionen Tweets</a:t>
            </a:r>
          </a:p>
          <a:p>
            <a:r>
              <a:rPr lang="en-US" sz="1400" dirty="0"/>
              <a:t>Zeitraum: 2012 bis 2018</a:t>
            </a:r>
          </a:p>
        </p:txBody>
      </p:sp>
      <p:pic>
        <p:nvPicPr>
          <p:cNvPr id="39" name="Picture 38">
            <a:extLst>
              <a:ext uri="{FF2B5EF4-FFF2-40B4-BE49-F238E27FC236}">
                <a16:creationId xmlns:a16="http://schemas.microsoft.com/office/drawing/2014/main" id="{4D49BDB8-260E-A547-B759-E26897B58D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84353" y="2378182"/>
            <a:ext cx="2965218" cy="2880722"/>
          </a:xfrm>
          <a:prstGeom prst="rect">
            <a:avLst/>
          </a:prstGeom>
        </p:spPr>
      </p:pic>
      <p:pic>
        <p:nvPicPr>
          <p:cNvPr id="42" name="Picture 41">
            <a:extLst>
              <a:ext uri="{FF2B5EF4-FFF2-40B4-BE49-F238E27FC236}">
                <a16:creationId xmlns:a16="http://schemas.microsoft.com/office/drawing/2014/main" id="{DDCA1979-6055-4E44-B869-FF94CFC894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96886" y="5206637"/>
            <a:ext cx="2952685" cy="2880000"/>
          </a:xfrm>
          <a:prstGeom prst="rect">
            <a:avLst/>
          </a:prstGeom>
        </p:spPr>
      </p:pic>
      <p:pic>
        <p:nvPicPr>
          <p:cNvPr id="44" name="Picture 43">
            <a:extLst>
              <a:ext uri="{FF2B5EF4-FFF2-40B4-BE49-F238E27FC236}">
                <a16:creationId xmlns:a16="http://schemas.microsoft.com/office/drawing/2014/main" id="{2AEFA5AA-A178-FC4A-8964-0A0D4E6CFF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52203" y="5198603"/>
            <a:ext cx="2880722" cy="2880722"/>
          </a:xfrm>
          <a:prstGeom prst="rect">
            <a:avLst/>
          </a:prstGeom>
        </p:spPr>
      </p:pic>
      <p:pic>
        <p:nvPicPr>
          <p:cNvPr id="46" name="Picture 45">
            <a:extLst>
              <a:ext uri="{FF2B5EF4-FFF2-40B4-BE49-F238E27FC236}">
                <a16:creationId xmlns:a16="http://schemas.microsoft.com/office/drawing/2014/main" id="{8EA4CC89-19A0-E540-AD33-187A13AC425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63997" y="2370375"/>
            <a:ext cx="2880722" cy="2880722"/>
          </a:xfrm>
          <a:prstGeom prst="rect">
            <a:avLst/>
          </a:prstGeom>
        </p:spPr>
      </p:pic>
      <p:pic>
        <p:nvPicPr>
          <p:cNvPr id="48" name="Picture 47">
            <a:extLst>
              <a:ext uri="{FF2B5EF4-FFF2-40B4-BE49-F238E27FC236}">
                <a16:creationId xmlns:a16="http://schemas.microsoft.com/office/drawing/2014/main" id="{D7D103BA-B4B7-E745-B2FA-6A27A45EEF7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489205" y="2372910"/>
            <a:ext cx="2965218" cy="2880722"/>
          </a:xfrm>
          <a:prstGeom prst="rect">
            <a:avLst/>
          </a:prstGeom>
        </p:spPr>
      </p:pic>
      <p:sp>
        <p:nvSpPr>
          <p:cNvPr id="49" name="Textplatzhalter 2">
            <a:extLst>
              <a:ext uri="{FF2B5EF4-FFF2-40B4-BE49-F238E27FC236}">
                <a16:creationId xmlns:a16="http://schemas.microsoft.com/office/drawing/2014/main" id="{3AEC1377-177A-B948-B558-1E202BE0EBDB}"/>
              </a:ext>
            </a:extLst>
          </p:cNvPr>
          <p:cNvSpPr txBox="1">
            <a:spLocks/>
          </p:cNvSpPr>
          <p:nvPr/>
        </p:nvSpPr>
        <p:spPr>
          <a:xfrm>
            <a:off x="2886157" y="4146162"/>
            <a:ext cx="5229999" cy="2814145"/>
          </a:xfrm>
          <a:prstGeom prst="rect">
            <a:avLst/>
          </a:prstGeom>
          <a:solidFill>
            <a:schemeClr val="bg1"/>
          </a:solidFill>
        </p:spPr>
        <p:txBody>
          <a:bodyPr lIns="95160" tIns="95160" rIns="95160" bIns="129764"/>
          <a:lstStyle>
            <a:lvl1pPr marL="0" indent="0" algn="l" defTabSz="4180607" rtl="0" eaLnBrk="1" latinLnBrk="0" hangingPunct="1">
              <a:spcBef>
                <a:spcPct val="20000"/>
              </a:spcBef>
              <a:buFont typeface="Arial" pitchFamily="34" charset="0"/>
              <a:buNone/>
              <a:defRPr sz="2503"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400" dirty="0"/>
              <a:t>Latent Dirichlet Allocation (LDA) : </a:t>
            </a:r>
          </a:p>
          <a:p>
            <a:pPr marL="285750" indent="-285750">
              <a:buFont typeface="Arial" panose="020B0604020202020204" pitchFamily="34" charset="0"/>
              <a:buChar char="•"/>
            </a:pPr>
            <a:r>
              <a:rPr lang="de-DE" sz="1400" dirty="0"/>
              <a:t>Unsupervised maschinelles Lernen.</a:t>
            </a:r>
          </a:p>
          <a:p>
            <a:pPr marL="285750" indent="-285750">
              <a:buFont typeface="Arial" panose="020B0604020202020204" pitchFamily="34" charset="0"/>
              <a:buChar char="•"/>
            </a:pPr>
            <a:r>
              <a:rPr lang="de-DE" sz="1400" dirty="0"/>
              <a:t>Generiert k Topics und ordnet jedes Wort im Dokument einem Topic zu, basierend auf den relativen Häufigkeiten</a:t>
            </a:r>
          </a:p>
          <a:p>
            <a:endParaRPr lang="de-DE" sz="1400" dirty="0"/>
          </a:p>
          <a:p>
            <a:r>
              <a:rPr lang="de-DE" sz="1400" dirty="0"/>
              <a:t>Themen auf Parteien:</a:t>
            </a:r>
          </a:p>
          <a:p>
            <a:pPr marL="285750" indent="-285750">
              <a:buFont typeface="Arial" panose="020B0604020202020204" pitchFamily="34" charset="0"/>
              <a:buChar char="•"/>
            </a:pPr>
            <a:r>
              <a:rPr lang="de-DE" sz="1400" dirty="0"/>
              <a:t>Liste der Wörter haben wir einzeln auf die Tweets der Parteien angewendet</a:t>
            </a:r>
          </a:p>
          <a:p>
            <a:pPr marL="285750" indent="-285750">
              <a:buFont typeface="Arial" panose="020B0604020202020204" pitchFamily="34" charset="0"/>
              <a:buChar char="•"/>
            </a:pPr>
            <a:r>
              <a:rPr lang="de-DE" sz="1400" dirty="0"/>
              <a:t>Häufigkeit der Wörter pro Tag für jede Partei ermitteln</a:t>
            </a:r>
          </a:p>
          <a:p>
            <a:pPr marL="285750" indent="-285750">
              <a:buFont typeface="Arial" panose="020B0604020202020204" pitchFamily="34" charset="0"/>
              <a:buChar char="•"/>
            </a:pPr>
            <a:r>
              <a:rPr lang="de-DE" sz="1400" dirty="0"/>
              <a:t>Umwandlung von Tagen in Monaten</a:t>
            </a:r>
          </a:p>
          <a:p>
            <a:pPr marL="285750" indent="-285750">
              <a:buFont typeface="Arial" panose="020B0604020202020204" pitchFamily="34" charset="0"/>
              <a:buChar char="•"/>
            </a:pPr>
            <a:r>
              <a:rPr lang="de-DE" sz="1400" dirty="0"/>
              <a:t>Ggplot Visualisierung </a:t>
            </a:r>
          </a:p>
          <a:p>
            <a:pPr marL="285750" indent="-285750">
              <a:buFont typeface="Arial" panose="020B0604020202020204" pitchFamily="34" charset="0"/>
              <a:buChar char="•"/>
            </a:pPr>
            <a:endParaRPr lang="de-DE" sz="1400" dirty="0"/>
          </a:p>
          <a:p>
            <a:pPr marL="285750" indent="-285750">
              <a:buFont typeface="Arial" panose="020B0604020202020204" pitchFamily="34" charset="0"/>
              <a:buChar char="•"/>
            </a:pPr>
            <a:endParaRPr lang="de-DE" sz="1400" dirty="0"/>
          </a:p>
          <a:p>
            <a:pPr marL="285750" indent="-285750">
              <a:buFont typeface="Arial" panose="020B0604020202020204" pitchFamily="34" charset="0"/>
              <a:buChar char="•"/>
            </a:pPr>
            <a:endParaRPr lang="de-DE" sz="1400" dirty="0"/>
          </a:p>
        </p:txBody>
      </p:sp>
      <p:sp>
        <p:nvSpPr>
          <p:cNvPr id="38" name="Textplatzhalter 2">
            <a:extLst>
              <a:ext uri="{FF2B5EF4-FFF2-40B4-BE49-F238E27FC236}">
                <a16:creationId xmlns:a16="http://schemas.microsoft.com/office/drawing/2014/main" id="{A5FC9166-E4E0-7A4E-B7D6-B3CC26143C02}"/>
              </a:ext>
            </a:extLst>
          </p:cNvPr>
          <p:cNvSpPr txBox="1">
            <a:spLocks/>
          </p:cNvSpPr>
          <p:nvPr/>
        </p:nvSpPr>
        <p:spPr>
          <a:xfrm>
            <a:off x="546547" y="9039743"/>
            <a:ext cx="1531266" cy="621763"/>
          </a:xfrm>
          <a:prstGeom prst="rect">
            <a:avLst/>
          </a:prstGeom>
          <a:solidFill>
            <a:schemeClr val="bg1"/>
          </a:solidFill>
        </p:spPr>
        <p:txBody>
          <a:bodyPr lIns="95160" tIns="95160" rIns="95160" bIns="129764"/>
          <a:lstStyle>
            <a:lvl1pPr marL="0" indent="0" algn="l" defTabSz="4180607" rtl="0" eaLnBrk="1" latinLnBrk="0" hangingPunct="1">
              <a:spcBef>
                <a:spcPct val="20000"/>
              </a:spcBef>
              <a:buFont typeface="Arial" pitchFamily="34" charset="0"/>
              <a:buNone/>
              <a:defRPr sz="2503"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400" dirty="0"/>
              <a:t>Topic 1:</a:t>
            </a:r>
            <a:br>
              <a:rPr lang="de-DE" sz="1400" dirty="0"/>
            </a:br>
            <a:r>
              <a:rPr lang="de-DE" sz="1400" dirty="0"/>
              <a:t>Verteilungspolitik</a:t>
            </a:r>
          </a:p>
        </p:txBody>
      </p:sp>
      <p:sp>
        <p:nvSpPr>
          <p:cNvPr id="40" name="Textplatzhalter 2">
            <a:extLst>
              <a:ext uri="{FF2B5EF4-FFF2-40B4-BE49-F238E27FC236}">
                <a16:creationId xmlns:a16="http://schemas.microsoft.com/office/drawing/2014/main" id="{6409432A-492B-C24C-857E-E5F8ED45D660}"/>
              </a:ext>
            </a:extLst>
          </p:cNvPr>
          <p:cNvSpPr txBox="1">
            <a:spLocks/>
          </p:cNvSpPr>
          <p:nvPr/>
        </p:nvSpPr>
        <p:spPr>
          <a:xfrm>
            <a:off x="2306634" y="9053281"/>
            <a:ext cx="896471" cy="694422"/>
          </a:xfrm>
          <a:prstGeom prst="rect">
            <a:avLst/>
          </a:prstGeom>
          <a:solidFill>
            <a:schemeClr val="bg1"/>
          </a:solidFill>
        </p:spPr>
        <p:txBody>
          <a:bodyPr lIns="95160" tIns="95160" rIns="95160" bIns="129764"/>
          <a:lstStyle>
            <a:lvl1pPr marL="0" indent="0" algn="l" defTabSz="4180607" rtl="0" eaLnBrk="1" latinLnBrk="0" hangingPunct="1">
              <a:spcBef>
                <a:spcPct val="20000"/>
              </a:spcBef>
              <a:buFont typeface="Arial" pitchFamily="34" charset="0"/>
              <a:buNone/>
              <a:defRPr sz="2503"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400" dirty="0"/>
              <a:t>Topic 2:</a:t>
            </a:r>
            <a:br>
              <a:rPr lang="de-DE" sz="1400" dirty="0"/>
            </a:br>
            <a:r>
              <a:rPr lang="de-DE" sz="1400" dirty="0"/>
              <a:t>Parteien</a:t>
            </a:r>
          </a:p>
        </p:txBody>
      </p:sp>
      <p:sp>
        <p:nvSpPr>
          <p:cNvPr id="43" name="Textplatzhalter 2">
            <a:extLst>
              <a:ext uri="{FF2B5EF4-FFF2-40B4-BE49-F238E27FC236}">
                <a16:creationId xmlns:a16="http://schemas.microsoft.com/office/drawing/2014/main" id="{EEC3E2B3-79B8-3D41-AF8B-34FE04FD8997}"/>
              </a:ext>
            </a:extLst>
          </p:cNvPr>
          <p:cNvSpPr txBox="1">
            <a:spLocks/>
          </p:cNvSpPr>
          <p:nvPr/>
        </p:nvSpPr>
        <p:spPr>
          <a:xfrm>
            <a:off x="3590045" y="9039743"/>
            <a:ext cx="1344970" cy="560454"/>
          </a:xfrm>
          <a:prstGeom prst="rect">
            <a:avLst/>
          </a:prstGeom>
          <a:solidFill>
            <a:schemeClr val="bg1"/>
          </a:solidFill>
        </p:spPr>
        <p:txBody>
          <a:bodyPr lIns="95160" tIns="95160" rIns="95160" bIns="129764"/>
          <a:lstStyle>
            <a:lvl1pPr marL="0" indent="0" algn="l" defTabSz="4180607" rtl="0" eaLnBrk="1" latinLnBrk="0" hangingPunct="1">
              <a:spcBef>
                <a:spcPct val="20000"/>
              </a:spcBef>
              <a:buFont typeface="Arial" pitchFamily="34" charset="0"/>
              <a:buNone/>
              <a:defRPr sz="2503"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400" dirty="0"/>
              <a:t>Topic 3:</a:t>
            </a:r>
            <a:br>
              <a:rPr lang="de-DE" sz="1400" dirty="0"/>
            </a:br>
            <a:r>
              <a:rPr lang="de-DE" sz="1400" dirty="0"/>
              <a:t>Alltag der Abgeordneten</a:t>
            </a:r>
          </a:p>
        </p:txBody>
      </p:sp>
      <p:sp>
        <p:nvSpPr>
          <p:cNvPr id="45" name="Textplatzhalter 2">
            <a:extLst>
              <a:ext uri="{FF2B5EF4-FFF2-40B4-BE49-F238E27FC236}">
                <a16:creationId xmlns:a16="http://schemas.microsoft.com/office/drawing/2014/main" id="{3D4E775D-CAA6-3842-B7B8-52290C153AC7}"/>
              </a:ext>
            </a:extLst>
          </p:cNvPr>
          <p:cNvSpPr txBox="1">
            <a:spLocks/>
          </p:cNvSpPr>
          <p:nvPr/>
        </p:nvSpPr>
        <p:spPr>
          <a:xfrm>
            <a:off x="6771770" y="9062487"/>
            <a:ext cx="1282607" cy="610620"/>
          </a:xfrm>
          <a:prstGeom prst="rect">
            <a:avLst/>
          </a:prstGeom>
          <a:solidFill>
            <a:schemeClr val="bg1"/>
          </a:solidFill>
        </p:spPr>
        <p:txBody>
          <a:bodyPr lIns="95160" tIns="95160" rIns="95160" bIns="129764"/>
          <a:lstStyle>
            <a:lvl1pPr marL="0" indent="0" algn="l" defTabSz="4180607" rtl="0" eaLnBrk="1" latinLnBrk="0" hangingPunct="1">
              <a:spcBef>
                <a:spcPct val="20000"/>
              </a:spcBef>
              <a:buFont typeface="Arial" pitchFamily="34" charset="0"/>
              <a:buNone/>
              <a:defRPr sz="2503"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400" dirty="0"/>
              <a:t>Topic 5:</a:t>
            </a:r>
            <a:br>
              <a:rPr lang="de-DE" sz="1400" dirty="0"/>
            </a:br>
            <a:r>
              <a:rPr lang="de-DE" sz="1400" dirty="0"/>
              <a:t>Rechte Hetze</a:t>
            </a:r>
          </a:p>
        </p:txBody>
      </p:sp>
      <p:sp>
        <p:nvSpPr>
          <p:cNvPr id="47" name="Textplatzhalter 2">
            <a:extLst>
              <a:ext uri="{FF2B5EF4-FFF2-40B4-BE49-F238E27FC236}">
                <a16:creationId xmlns:a16="http://schemas.microsoft.com/office/drawing/2014/main" id="{A937BDDB-2A44-8743-9366-4B0CBDBF2944}"/>
              </a:ext>
            </a:extLst>
          </p:cNvPr>
          <p:cNvSpPr txBox="1">
            <a:spLocks/>
          </p:cNvSpPr>
          <p:nvPr/>
        </p:nvSpPr>
        <p:spPr>
          <a:xfrm>
            <a:off x="5278609" y="9062487"/>
            <a:ext cx="1289836" cy="694421"/>
          </a:xfrm>
          <a:prstGeom prst="rect">
            <a:avLst/>
          </a:prstGeom>
          <a:solidFill>
            <a:schemeClr val="bg1"/>
          </a:solidFill>
        </p:spPr>
        <p:txBody>
          <a:bodyPr lIns="95160" tIns="95160" rIns="95160" bIns="129764"/>
          <a:lstStyle>
            <a:lvl1pPr marL="0" indent="0" algn="l" defTabSz="4180607" rtl="0" eaLnBrk="1" latinLnBrk="0" hangingPunct="1">
              <a:spcBef>
                <a:spcPct val="20000"/>
              </a:spcBef>
              <a:buFont typeface="Arial" pitchFamily="34" charset="0"/>
              <a:buNone/>
              <a:defRPr sz="2503"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r>
              <a:rPr lang="de-DE" sz="1400" dirty="0"/>
              <a:t>Topic 4:</a:t>
            </a:r>
            <a:br>
              <a:rPr lang="de-DE" sz="1400" dirty="0"/>
            </a:br>
            <a:r>
              <a:rPr lang="de-DE" sz="1400" dirty="0"/>
              <a:t>Social Media</a:t>
            </a:r>
          </a:p>
        </p:txBody>
      </p:sp>
      <p:sp>
        <p:nvSpPr>
          <p:cNvPr id="51" name="Textplatzhalter 2">
            <a:extLst>
              <a:ext uri="{FF2B5EF4-FFF2-40B4-BE49-F238E27FC236}">
                <a16:creationId xmlns:a16="http://schemas.microsoft.com/office/drawing/2014/main" id="{975553C5-69EC-3942-944C-6BB3E2B18AC1}"/>
              </a:ext>
            </a:extLst>
          </p:cNvPr>
          <p:cNvSpPr txBox="1">
            <a:spLocks/>
          </p:cNvSpPr>
          <p:nvPr/>
        </p:nvSpPr>
        <p:spPr>
          <a:xfrm>
            <a:off x="8363918" y="8615556"/>
            <a:ext cx="9469873" cy="1375164"/>
          </a:xfrm>
          <a:prstGeom prst="rect">
            <a:avLst/>
          </a:prstGeom>
          <a:solidFill>
            <a:schemeClr val="bg1"/>
          </a:solidFill>
        </p:spPr>
        <p:txBody>
          <a:bodyPr lIns="95160" tIns="95160" rIns="95160" bIns="129764"/>
          <a:lstStyle>
            <a:lvl1pPr marL="0" indent="0" algn="l" defTabSz="4180607" rtl="0" eaLnBrk="1" latinLnBrk="0" hangingPunct="1">
              <a:spcBef>
                <a:spcPct val="20000"/>
              </a:spcBef>
              <a:buFont typeface="Arial" pitchFamily="34" charset="0"/>
              <a:buNone/>
              <a:defRPr sz="2503" kern="1200">
                <a:solidFill>
                  <a:schemeClr val="tx1"/>
                </a:solidFill>
                <a:latin typeface="Arial" pitchFamily="34" charset="0"/>
                <a:ea typeface="+mn-ea"/>
                <a:cs typeface="Arial" pitchFamily="34" charset="0"/>
              </a:defRPr>
            </a:lvl1pPr>
            <a:lvl2pPr marL="3396743" indent="-1306440"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2pPr>
            <a:lvl3pPr marL="5225759"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3pPr>
            <a:lvl4pPr marL="7316062"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4pPr>
            <a:lvl5pPr marL="9406366" indent="-1045152" algn="l" defTabSz="4180607" rtl="0" eaLnBrk="1" latinLnBrk="0" hangingPunct="1">
              <a:spcBef>
                <a:spcPct val="20000"/>
              </a:spcBef>
              <a:buFont typeface="Arial" pitchFamily="34" charset="0"/>
              <a:buChar char="»"/>
              <a:defRPr sz="5405" kern="1200">
                <a:solidFill>
                  <a:schemeClr val="tx1"/>
                </a:solidFill>
                <a:latin typeface="Arial" pitchFamily="34" charset="0"/>
                <a:ea typeface="+mn-ea"/>
                <a:cs typeface="Arial" pitchFamily="34" charset="0"/>
              </a:defRPr>
            </a:lvl5pPr>
            <a:lvl6pPr marL="11496669"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6pPr>
            <a:lvl7pPr marL="13586972"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7pPr>
            <a:lvl8pPr marL="15677277"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8pPr>
            <a:lvl9pPr marL="17767580" indent="-1045152" algn="l" defTabSz="4180607" rtl="0" eaLnBrk="1" latinLnBrk="0" hangingPunct="1">
              <a:spcBef>
                <a:spcPct val="20000"/>
              </a:spcBef>
              <a:buFont typeface="Arial" pitchFamily="34" charset="0"/>
              <a:buChar char="•"/>
              <a:defRPr sz="9109" kern="1200">
                <a:solidFill>
                  <a:schemeClr val="tx1"/>
                </a:solidFill>
                <a:latin typeface="+mn-lt"/>
                <a:ea typeface="+mn-ea"/>
                <a:cs typeface="+mn-cs"/>
              </a:defRPr>
            </a:lvl9pPr>
          </a:lstStyle>
          <a:p>
            <a:pPr marL="342900" indent="-342900">
              <a:buFont typeface="+mj-lt"/>
              <a:buAutoNum type="arabicPeriod"/>
            </a:pPr>
            <a:r>
              <a:rPr lang="de-DE" sz="1400" dirty="0"/>
              <a:t>Durch die Latent Dirichlet Allocation (LDA) konnten wir eine sinnvolle Anzahl von Themen generieren und identifizieren, die wir anschließend auf jede Partei anwenden konnten. Da Unsupervised maschinelles Lernen in deutschensprachigen nicht ausgereift genug ist, wurden überflüssige Wörter manuell entfernt </a:t>
            </a:r>
          </a:p>
          <a:p>
            <a:pPr marL="342900" indent="-342900">
              <a:buFont typeface="+mj-lt"/>
              <a:buAutoNum type="arabicPeriod"/>
            </a:pPr>
            <a:r>
              <a:rPr lang="de-DE" sz="1400" dirty="0"/>
              <a:t>Die Partei AfD hat quantitativ mehr Tweets gepostet. Die nicht-populistischen Parteien posten seit 2017 tendenziell weniger, insbesondere über </a:t>
            </a:r>
            <a:r>
              <a:rPr lang="de-DE" sz="1400" i="1" dirty="0"/>
              <a:t>rechte Hetze</a:t>
            </a:r>
            <a:r>
              <a:rPr lang="de-DE" sz="1400" dirty="0"/>
              <a:t>. </a:t>
            </a:r>
          </a:p>
          <a:p>
            <a:pPr marL="342900" indent="-342900">
              <a:buFont typeface="+mj-lt"/>
              <a:buAutoNum type="arabicPeriod"/>
            </a:pPr>
            <a:endParaRPr lang="de-DE" sz="1400" dirty="0"/>
          </a:p>
        </p:txBody>
      </p:sp>
      <p:sp>
        <p:nvSpPr>
          <p:cNvPr id="52" name="Rechteck 18">
            <a:extLst>
              <a:ext uri="{FF2B5EF4-FFF2-40B4-BE49-F238E27FC236}">
                <a16:creationId xmlns:a16="http://schemas.microsoft.com/office/drawing/2014/main" id="{47D80A40-D966-144C-842A-8BB882A42BAD}"/>
              </a:ext>
            </a:extLst>
          </p:cNvPr>
          <p:cNvSpPr/>
          <p:nvPr/>
        </p:nvSpPr>
        <p:spPr>
          <a:xfrm>
            <a:off x="454208" y="1666143"/>
            <a:ext cx="17379583" cy="273330"/>
          </a:xfrm>
          <a:prstGeom prst="rect">
            <a:avLst/>
          </a:prstGeom>
          <a:solidFill>
            <a:srgbClr val="FBBF4A"/>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900" b="1" dirty="0">
                <a:solidFill>
                  <a:srgbClr val="1A4CC8"/>
                </a:solidFill>
              </a:rPr>
              <a:t>++++ EILMELDUNG: 4 Jahre nach der </a:t>
            </a:r>
            <a:r>
              <a:rPr lang="en-US" sz="1900" b="1" dirty="0" err="1">
                <a:solidFill>
                  <a:srgbClr val="1A4CC8"/>
                </a:solidFill>
              </a:rPr>
              <a:t>Gründung</a:t>
            </a:r>
            <a:r>
              <a:rPr lang="en-US" sz="1900" b="1" dirty="0">
                <a:solidFill>
                  <a:srgbClr val="1A4CC8"/>
                </a:solidFill>
              </a:rPr>
              <a:t>, </a:t>
            </a:r>
            <a:r>
              <a:rPr lang="en-US" sz="1900" b="1" dirty="0" err="1">
                <a:solidFill>
                  <a:srgbClr val="1A4CC8"/>
                </a:solidFill>
              </a:rPr>
              <a:t>zieht</a:t>
            </a:r>
            <a:r>
              <a:rPr lang="en-US" sz="1900" b="1" dirty="0">
                <a:solidFill>
                  <a:srgbClr val="1A4CC8"/>
                </a:solidFill>
              </a:rPr>
              <a:t> die </a:t>
            </a:r>
            <a:r>
              <a:rPr lang="en-US" sz="1900" b="1" dirty="0" err="1">
                <a:solidFill>
                  <a:srgbClr val="1A4CC8"/>
                </a:solidFill>
              </a:rPr>
              <a:t>AfD</a:t>
            </a:r>
            <a:r>
              <a:rPr lang="en-US" sz="1900" b="1" dirty="0">
                <a:solidFill>
                  <a:srgbClr val="1A4CC8"/>
                </a:solidFill>
              </a:rPr>
              <a:t> 2017 mit 12.6% in den Bundestag ein ++++ BILD: Wahlschock! AFD auf Platz </a:t>
            </a:r>
            <a:r>
              <a:rPr lang="en-US" sz="1900" b="1" dirty="0" err="1">
                <a:solidFill>
                  <a:srgbClr val="1A4CC8"/>
                </a:solidFill>
              </a:rPr>
              <a:t>drei</a:t>
            </a:r>
            <a:r>
              <a:rPr lang="en-US" sz="1900" b="1" dirty="0">
                <a:solidFill>
                  <a:srgbClr val="1A4CC8"/>
                </a:solidFill>
              </a:rPr>
              <a:t>  ++++ </a:t>
            </a:r>
          </a:p>
        </p:txBody>
      </p:sp>
      <p:sp>
        <p:nvSpPr>
          <p:cNvPr id="53" name="Rechteck 18">
            <a:extLst>
              <a:ext uri="{FF2B5EF4-FFF2-40B4-BE49-F238E27FC236}">
                <a16:creationId xmlns:a16="http://schemas.microsoft.com/office/drawing/2014/main" id="{C43423C5-8380-5843-B549-DE53A2A6A4DD}"/>
              </a:ext>
            </a:extLst>
          </p:cNvPr>
          <p:cNvSpPr/>
          <p:nvPr/>
        </p:nvSpPr>
        <p:spPr>
          <a:xfrm>
            <a:off x="454208" y="9898286"/>
            <a:ext cx="17379583" cy="318462"/>
          </a:xfrm>
          <a:prstGeom prst="rect">
            <a:avLst/>
          </a:prstGeom>
          <a:solidFill>
            <a:srgbClr val="FBBF4A"/>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70" b="1" dirty="0">
                <a:solidFill>
                  <a:srgbClr val="1A4CC8"/>
                </a:solidFill>
              </a:rPr>
              <a:t>++++ So sieht Deutschland nach dem Rechts-RUMMS aus! +++ Massive Verluste </a:t>
            </a:r>
            <a:r>
              <a:rPr lang="en-US" sz="1870" b="1" dirty="0" err="1">
                <a:solidFill>
                  <a:srgbClr val="1A4CC8"/>
                </a:solidFill>
              </a:rPr>
              <a:t>für</a:t>
            </a:r>
            <a:r>
              <a:rPr lang="en-US" sz="1870" b="1" dirty="0">
                <a:solidFill>
                  <a:srgbClr val="1A4CC8"/>
                </a:solidFill>
              </a:rPr>
              <a:t> die GroKo-Parteien +++ Volkspartei SPD geht in die Opposition! ++++</a:t>
            </a:r>
          </a:p>
        </p:txBody>
      </p:sp>
      <p:sp>
        <p:nvSpPr>
          <p:cNvPr id="21" name="Textfeld 20">
            <a:extLst>
              <a:ext uri="{FF2B5EF4-FFF2-40B4-BE49-F238E27FC236}">
                <a16:creationId xmlns:a16="http://schemas.microsoft.com/office/drawing/2014/main" id="{B9007112-56E7-4468-B0C2-2DAAAC0325AF}"/>
              </a:ext>
            </a:extLst>
          </p:cNvPr>
          <p:cNvSpPr txBox="1"/>
          <p:nvPr/>
        </p:nvSpPr>
        <p:spPr>
          <a:xfrm rot="16200000">
            <a:off x="946121" y="4249509"/>
            <a:ext cx="1912154" cy="246221"/>
          </a:xfrm>
          <a:prstGeom prst="rect">
            <a:avLst/>
          </a:prstGeom>
          <a:noFill/>
        </p:spPr>
        <p:txBody>
          <a:bodyPr wrap="square" rtlCol="0">
            <a:spAutoFit/>
          </a:bodyPr>
          <a:lstStyle/>
          <a:p>
            <a:r>
              <a:rPr lang="de-DE" sz="1000" dirty="0" err="1"/>
              <a:t>cleaning</a:t>
            </a:r>
            <a:endParaRPr lang="en-GB" sz="900" dirty="0"/>
          </a:p>
        </p:txBody>
      </p:sp>
      <p:pic>
        <p:nvPicPr>
          <p:cNvPr id="50" name="Grafik 49" descr="Tabelle Silhouette">
            <a:extLst>
              <a:ext uri="{FF2B5EF4-FFF2-40B4-BE49-F238E27FC236}">
                <a16:creationId xmlns:a16="http://schemas.microsoft.com/office/drawing/2014/main" id="{56CE2C56-C5E9-4FEF-B76A-68678A665657}"/>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16104" y="5183088"/>
            <a:ext cx="1200953" cy="914400"/>
          </a:xfrm>
          <a:prstGeom prst="rect">
            <a:avLst/>
          </a:prstGeom>
        </p:spPr>
      </p:pic>
      <p:pic>
        <p:nvPicPr>
          <p:cNvPr id="56" name="Grafik 55" descr="Hinzufügen mit einfarbiger Füllung">
            <a:extLst>
              <a:ext uri="{FF2B5EF4-FFF2-40B4-BE49-F238E27FC236}">
                <a16:creationId xmlns:a16="http://schemas.microsoft.com/office/drawing/2014/main" id="{7F3F6712-04C0-4752-B775-30AB44537434}"/>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936081" y="5899375"/>
            <a:ext cx="192597" cy="192597"/>
          </a:xfrm>
          <a:prstGeom prst="rect">
            <a:avLst/>
          </a:prstGeom>
        </p:spPr>
      </p:pic>
      <p:sp>
        <p:nvSpPr>
          <p:cNvPr id="57" name="Textfeld 56">
            <a:extLst>
              <a:ext uri="{FF2B5EF4-FFF2-40B4-BE49-F238E27FC236}">
                <a16:creationId xmlns:a16="http://schemas.microsoft.com/office/drawing/2014/main" id="{0DE9801D-5C3F-4A3C-9315-75236D2F92C0}"/>
              </a:ext>
            </a:extLst>
          </p:cNvPr>
          <p:cNvSpPr txBox="1"/>
          <p:nvPr/>
        </p:nvSpPr>
        <p:spPr>
          <a:xfrm>
            <a:off x="1527898" y="6039345"/>
            <a:ext cx="1259248" cy="400110"/>
          </a:xfrm>
          <a:prstGeom prst="rect">
            <a:avLst/>
          </a:prstGeom>
          <a:noFill/>
        </p:spPr>
        <p:txBody>
          <a:bodyPr wrap="square" rtlCol="0">
            <a:spAutoFit/>
          </a:bodyPr>
          <a:lstStyle/>
          <a:p>
            <a:r>
              <a:rPr lang="de-DE" sz="1000" dirty="0"/>
              <a:t>CDU, CSU, AfD, </a:t>
            </a:r>
            <a:br>
              <a:rPr lang="de-DE" sz="1000" dirty="0"/>
            </a:br>
            <a:r>
              <a:rPr lang="de-DE" sz="1000" dirty="0"/>
              <a:t>SPD, Linke, Grüne</a:t>
            </a:r>
            <a:endParaRPr lang="en-GB" sz="1000" dirty="0"/>
          </a:p>
        </p:txBody>
      </p:sp>
      <p:pic>
        <p:nvPicPr>
          <p:cNvPr id="59" name="Grafik 58" descr="Abwärtstrend-Diagramm Silhouette">
            <a:extLst>
              <a:ext uri="{FF2B5EF4-FFF2-40B4-BE49-F238E27FC236}">
                <a16:creationId xmlns:a16="http://schemas.microsoft.com/office/drawing/2014/main" id="{734395D0-46E7-42A1-88D9-CF0A8DA91B87}"/>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613138" y="6536419"/>
            <a:ext cx="369970" cy="369970"/>
          </a:xfrm>
          <a:prstGeom prst="rect">
            <a:avLst/>
          </a:prstGeom>
        </p:spPr>
      </p:pic>
      <p:pic>
        <p:nvPicPr>
          <p:cNvPr id="61" name="Grafik 60" descr="Harvey Balls 20% Silhouette">
            <a:extLst>
              <a:ext uri="{FF2B5EF4-FFF2-40B4-BE49-F238E27FC236}">
                <a16:creationId xmlns:a16="http://schemas.microsoft.com/office/drawing/2014/main" id="{BD1D9CBB-0748-461F-9198-B2C4B35FE06E}"/>
              </a:ext>
            </a:extLst>
          </p:cNvPr>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004870" y="6651881"/>
            <a:ext cx="308426" cy="308426"/>
          </a:xfrm>
          <a:prstGeom prst="rect">
            <a:avLst/>
          </a:prstGeom>
        </p:spPr>
      </p:pic>
      <p:sp>
        <p:nvSpPr>
          <p:cNvPr id="62" name="Gleich 61">
            <a:extLst>
              <a:ext uri="{FF2B5EF4-FFF2-40B4-BE49-F238E27FC236}">
                <a16:creationId xmlns:a16="http://schemas.microsoft.com/office/drawing/2014/main" id="{73F14B57-A81C-4A11-941B-263D3A536EC7}"/>
              </a:ext>
            </a:extLst>
          </p:cNvPr>
          <p:cNvSpPr/>
          <p:nvPr/>
        </p:nvSpPr>
        <p:spPr>
          <a:xfrm rot="5400000">
            <a:off x="1949568" y="6448976"/>
            <a:ext cx="159762" cy="204893"/>
          </a:xfrm>
          <a:prstGeom prst="mathEqual">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solidFill>
                <a:schemeClr val="tx1"/>
              </a:solidFill>
            </a:endParaRPr>
          </a:p>
        </p:txBody>
      </p:sp>
      <p:graphicFrame>
        <p:nvGraphicFramePr>
          <p:cNvPr id="64" name="Diagramm 63">
            <a:extLst>
              <a:ext uri="{FF2B5EF4-FFF2-40B4-BE49-F238E27FC236}">
                <a16:creationId xmlns:a16="http://schemas.microsoft.com/office/drawing/2014/main" id="{0556FEE4-0600-47BC-9637-9395C0D68FB5}"/>
              </a:ext>
            </a:extLst>
          </p:cNvPr>
          <p:cNvGraphicFramePr/>
          <p:nvPr>
            <p:extLst>
              <p:ext uri="{D42A27DB-BD31-4B8C-83A1-F6EECF244321}">
                <p14:modId xmlns:p14="http://schemas.microsoft.com/office/powerpoint/2010/main" val="3747779680"/>
              </p:ext>
            </p:extLst>
          </p:nvPr>
        </p:nvGraphicFramePr>
        <p:xfrm>
          <a:off x="475219" y="4335618"/>
          <a:ext cx="1041024" cy="2409971"/>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p:sp>
        <p:nvSpPr>
          <p:cNvPr id="67" name="Rechteck: gefaltete Ecke 66">
            <a:extLst>
              <a:ext uri="{FF2B5EF4-FFF2-40B4-BE49-F238E27FC236}">
                <a16:creationId xmlns:a16="http://schemas.microsoft.com/office/drawing/2014/main" id="{6BEFB613-F065-4DBB-9B7D-380F27AC95F7}"/>
              </a:ext>
            </a:extLst>
          </p:cNvPr>
          <p:cNvSpPr/>
          <p:nvPr/>
        </p:nvSpPr>
        <p:spPr>
          <a:xfrm rot="10800000">
            <a:off x="1862048" y="4103946"/>
            <a:ext cx="407982" cy="532500"/>
          </a:xfrm>
          <a:prstGeom prst="foldedCorner">
            <a:avLst/>
          </a:prstGeom>
          <a:solidFill>
            <a:srgbClr val="E5E5E5"/>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65" name="Rechteck: gefaltete Ecke 64">
            <a:extLst>
              <a:ext uri="{FF2B5EF4-FFF2-40B4-BE49-F238E27FC236}">
                <a16:creationId xmlns:a16="http://schemas.microsoft.com/office/drawing/2014/main" id="{0F05ABB8-669D-4EE6-9DC3-634EDFD33171}"/>
              </a:ext>
            </a:extLst>
          </p:cNvPr>
          <p:cNvSpPr/>
          <p:nvPr/>
        </p:nvSpPr>
        <p:spPr>
          <a:xfrm rot="10800000">
            <a:off x="1871189" y="4140600"/>
            <a:ext cx="398841" cy="418019"/>
          </a:xfrm>
          <a:prstGeom prst="foldedCorner">
            <a:avLst>
              <a:gd name="adj" fmla="val 30011"/>
            </a:avLst>
          </a:prstGeom>
          <a:solidFill>
            <a:srgbClr val="E5E5E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Rechteck: gefaltete Ecke 65">
            <a:extLst>
              <a:ext uri="{FF2B5EF4-FFF2-40B4-BE49-F238E27FC236}">
                <a16:creationId xmlns:a16="http://schemas.microsoft.com/office/drawing/2014/main" id="{108CED3F-12FE-4456-972A-D75CD21A8374}"/>
              </a:ext>
            </a:extLst>
          </p:cNvPr>
          <p:cNvSpPr/>
          <p:nvPr/>
        </p:nvSpPr>
        <p:spPr>
          <a:xfrm rot="10800000">
            <a:off x="1871191" y="4203508"/>
            <a:ext cx="407979" cy="446004"/>
          </a:xfrm>
          <a:prstGeom prst="foldedCorner">
            <a:avLst>
              <a:gd name="adj" fmla="val 37843"/>
            </a:avLst>
          </a:prstGeom>
          <a:solidFill>
            <a:srgbClr val="E5E5E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feld 15">
            <a:extLst>
              <a:ext uri="{FF2B5EF4-FFF2-40B4-BE49-F238E27FC236}">
                <a16:creationId xmlns:a16="http://schemas.microsoft.com/office/drawing/2014/main" id="{04CDA719-C9E2-414B-B1D5-75E5E39B5F03}"/>
              </a:ext>
            </a:extLst>
          </p:cNvPr>
          <p:cNvSpPr txBox="1"/>
          <p:nvPr/>
        </p:nvSpPr>
        <p:spPr>
          <a:xfrm>
            <a:off x="1804391" y="4400053"/>
            <a:ext cx="702234" cy="230832"/>
          </a:xfrm>
          <a:prstGeom prst="rect">
            <a:avLst/>
          </a:prstGeom>
          <a:noFill/>
        </p:spPr>
        <p:txBody>
          <a:bodyPr wrap="square" rtlCol="0">
            <a:spAutoFit/>
          </a:bodyPr>
          <a:lstStyle/>
          <a:p>
            <a:r>
              <a:rPr lang="de-DE" sz="900" dirty="0"/>
              <a:t>Tweets</a:t>
            </a:r>
            <a:endParaRPr lang="en-GB" sz="1000" dirty="0"/>
          </a:p>
        </p:txBody>
      </p:sp>
      <p:sp>
        <p:nvSpPr>
          <p:cNvPr id="68" name="Pfeil: nach unten 67">
            <a:extLst>
              <a:ext uri="{FF2B5EF4-FFF2-40B4-BE49-F238E27FC236}">
                <a16:creationId xmlns:a16="http://schemas.microsoft.com/office/drawing/2014/main" id="{10BF9A31-BBC1-473F-83EC-5915FF4FB57C}"/>
              </a:ext>
            </a:extLst>
          </p:cNvPr>
          <p:cNvSpPr/>
          <p:nvPr/>
        </p:nvSpPr>
        <p:spPr>
          <a:xfrm>
            <a:off x="2004870" y="4787463"/>
            <a:ext cx="123808" cy="524319"/>
          </a:xfrm>
          <a:prstGeom prst="downArrow">
            <a:avLst/>
          </a:prstGeom>
          <a:solidFill>
            <a:srgbClr val="E5E5E5"/>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69" name="Textfeld 68">
            <a:extLst>
              <a:ext uri="{FF2B5EF4-FFF2-40B4-BE49-F238E27FC236}">
                <a16:creationId xmlns:a16="http://schemas.microsoft.com/office/drawing/2014/main" id="{97A7E51F-BA10-42A6-9EAD-64AF0CB50415}"/>
              </a:ext>
            </a:extLst>
          </p:cNvPr>
          <p:cNvSpPr txBox="1"/>
          <p:nvPr/>
        </p:nvSpPr>
        <p:spPr>
          <a:xfrm>
            <a:off x="1672471" y="5379088"/>
            <a:ext cx="915462" cy="215444"/>
          </a:xfrm>
          <a:prstGeom prst="rect">
            <a:avLst/>
          </a:prstGeom>
          <a:noFill/>
        </p:spPr>
        <p:txBody>
          <a:bodyPr wrap="square" rtlCol="0">
            <a:spAutoFit/>
          </a:bodyPr>
          <a:lstStyle/>
          <a:p>
            <a:r>
              <a:rPr lang="de-DE" sz="800" dirty="0"/>
              <a:t>1         2         3</a:t>
            </a:r>
            <a:endParaRPr lang="en-GB" sz="800" dirty="0"/>
          </a:p>
        </p:txBody>
      </p:sp>
      <p:sp>
        <p:nvSpPr>
          <p:cNvPr id="70" name="Textfeld 69">
            <a:extLst>
              <a:ext uri="{FF2B5EF4-FFF2-40B4-BE49-F238E27FC236}">
                <a16:creationId xmlns:a16="http://schemas.microsoft.com/office/drawing/2014/main" id="{22399AA0-371D-4836-9E69-8FB2B583D7E4}"/>
              </a:ext>
            </a:extLst>
          </p:cNvPr>
          <p:cNvSpPr txBox="1"/>
          <p:nvPr/>
        </p:nvSpPr>
        <p:spPr>
          <a:xfrm>
            <a:off x="1615254" y="5537919"/>
            <a:ext cx="1056670" cy="215444"/>
          </a:xfrm>
          <a:prstGeom prst="rect">
            <a:avLst/>
          </a:prstGeom>
          <a:noFill/>
        </p:spPr>
        <p:txBody>
          <a:bodyPr wrap="square" rtlCol="0">
            <a:spAutoFit/>
          </a:bodyPr>
          <a:lstStyle/>
          <a:p>
            <a:r>
              <a:rPr lang="de-DE" sz="800" dirty="0"/>
              <a:t>Geld   CSU    </a:t>
            </a:r>
            <a:r>
              <a:rPr lang="de-DE" sz="800" dirty="0" err="1"/>
              <a:t>mdb</a:t>
            </a:r>
            <a:endParaRPr lang="en-GB" sz="800" dirty="0"/>
          </a:p>
        </p:txBody>
      </p:sp>
      <p:sp>
        <p:nvSpPr>
          <p:cNvPr id="71" name="Textfeld 70">
            <a:extLst>
              <a:ext uri="{FF2B5EF4-FFF2-40B4-BE49-F238E27FC236}">
                <a16:creationId xmlns:a16="http://schemas.microsoft.com/office/drawing/2014/main" id="{99A0261F-CDC9-4347-B5BC-E9B09328C9FB}"/>
              </a:ext>
            </a:extLst>
          </p:cNvPr>
          <p:cNvSpPr txBox="1"/>
          <p:nvPr/>
        </p:nvSpPr>
        <p:spPr>
          <a:xfrm>
            <a:off x="1640669" y="5695995"/>
            <a:ext cx="1130266" cy="215444"/>
          </a:xfrm>
          <a:prstGeom prst="rect">
            <a:avLst/>
          </a:prstGeom>
          <a:noFill/>
        </p:spPr>
        <p:txBody>
          <a:bodyPr wrap="square" rtlCol="0">
            <a:spAutoFit/>
          </a:bodyPr>
          <a:lstStyle/>
          <a:p>
            <a:r>
              <a:rPr lang="de-DE" sz="800" dirty="0"/>
              <a:t>EU     AfD   treffen </a:t>
            </a:r>
            <a:endParaRPr lang="en-GB" sz="800" dirty="0"/>
          </a:p>
        </p:txBody>
      </p:sp>
      <p:pic>
        <p:nvPicPr>
          <p:cNvPr id="3" name="Picture 2">
            <a:extLst>
              <a:ext uri="{FF2B5EF4-FFF2-40B4-BE49-F238E27FC236}">
                <a16:creationId xmlns:a16="http://schemas.microsoft.com/office/drawing/2014/main" id="{3A84B73A-54F0-BF4B-ACE1-852A7CF69FA9}"/>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499027" y="7580920"/>
            <a:ext cx="1456647" cy="1456647"/>
          </a:xfrm>
          <a:prstGeom prst="rect">
            <a:avLst/>
          </a:prstGeom>
        </p:spPr>
      </p:pic>
      <p:pic>
        <p:nvPicPr>
          <p:cNvPr id="9" name="Picture 8">
            <a:extLst>
              <a:ext uri="{FF2B5EF4-FFF2-40B4-BE49-F238E27FC236}">
                <a16:creationId xmlns:a16="http://schemas.microsoft.com/office/drawing/2014/main" id="{4AB3FFC5-487B-354C-A608-DAA1293ABE6F}"/>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043534" y="7586764"/>
            <a:ext cx="1470110" cy="1470110"/>
          </a:xfrm>
          <a:prstGeom prst="rect">
            <a:avLst/>
          </a:prstGeom>
        </p:spPr>
      </p:pic>
      <p:pic>
        <p:nvPicPr>
          <p:cNvPr id="12" name="Picture 11">
            <a:extLst>
              <a:ext uri="{FF2B5EF4-FFF2-40B4-BE49-F238E27FC236}">
                <a16:creationId xmlns:a16="http://schemas.microsoft.com/office/drawing/2014/main" id="{FFB63CB2-6D7A-FE49-9DC0-2F9FF9D6CF13}"/>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3574371" y="7586477"/>
            <a:ext cx="1470110" cy="1470110"/>
          </a:xfrm>
          <a:prstGeom prst="rect">
            <a:avLst/>
          </a:prstGeom>
        </p:spPr>
      </p:pic>
      <p:pic>
        <p:nvPicPr>
          <p:cNvPr id="15" name="Picture 14">
            <a:extLst>
              <a:ext uri="{FF2B5EF4-FFF2-40B4-BE49-F238E27FC236}">
                <a16:creationId xmlns:a16="http://schemas.microsoft.com/office/drawing/2014/main" id="{69BF3324-0810-3340-B163-5D7CD2B0424C}"/>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5087818" y="7592377"/>
            <a:ext cx="1470110" cy="1470110"/>
          </a:xfrm>
          <a:prstGeom prst="rect">
            <a:avLst/>
          </a:prstGeom>
        </p:spPr>
      </p:pic>
      <p:pic>
        <p:nvPicPr>
          <p:cNvPr id="18" name="Picture 17">
            <a:extLst>
              <a:ext uri="{FF2B5EF4-FFF2-40B4-BE49-F238E27FC236}">
                <a16:creationId xmlns:a16="http://schemas.microsoft.com/office/drawing/2014/main" id="{BB746543-44BE-FB48-BA64-7F46BCB7836C}"/>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6599603" y="7592377"/>
            <a:ext cx="1470110" cy="1470110"/>
          </a:xfrm>
          <a:prstGeom prst="rect">
            <a:avLst/>
          </a:prstGeom>
        </p:spPr>
      </p:pic>
      <p:pic>
        <p:nvPicPr>
          <p:cNvPr id="54" name="Picture 53">
            <a:extLst>
              <a:ext uri="{FF2B5EF4-FFF2-40B4-BE49-F238E27FC236}">
                <a16:creationId xmlns:a16="http://schemas.microsoft.com/office/drawing/2014/main" id="{D202F722-4A3E-324B-926E-D4CF95F9264B}"/>
              </a:ext>
            </a:extLst>
          </p:cNvPr>
          <p:cNvPicPr>
            <a:picLocks noChangeAspect="1"/>
          </p:cNvPicPr>
          <p:nvPr/>
        </p:nvPicPr>
        <p:blipFill rotWithShape="1">
          <a:blip r:embed="rId26">
            <a:extLst>
              <a:ext uri="{28A0092B-C50C-407E-A947-70E740481C1C}">
                <a14:useLocalDpi xmlns:a14="http://schemas.microsoft.com/office/drawing/2010/main" val="0"/>
              </a:ext>
            </a:extLst>
          </a:blip>
          <a:srcRect l="701" t="6468" r="-701" b="10374"/>
          <a:stretch/>
        </p:blipFill>
        <p:spPr>
          <a:xfrm>
            <a:off x="14670216" y="5261669"/>
            <a:ext cx="2603196" cy="2579506"/>
          </a:xfrm>
          <a:prstGeom prst="rect">
            <a:avLst/>
          </a:prstGeom>
        </p:spPr>
      </p:pic>
    </p:spTree>
    <p:extLst>
      <p:ext uri="{BB962C8B-B14F-4D97-AF65-F5344CB8AC3E}">
        <p14:creationId xmlns:p14="http://schemas.microsoft.com/office/powerpoint/2010/main" val="665050234"/>
      </p:ext>
    </p:extLst>
  </p:cSld>
  <p:clrMapOvr>
    <a:masterClrMapping/>
  </p:clrMapOvr>
</p:sld>
</file>

<file path=ppt/theme/theme1.xml><?xml version="1.0" encoding="utf-8"?>
<a:theme xmlns:a="http://schemas.openxmlformats.org/drawingml/2006/main" name="weißer Hintergrund">
  <a:themeElements>
    <a:clrScheme name="Rotviolet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TUM">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2018-05-14 TUM_Plakat-A0-hoch_p_v1.potx" id="{42320EFE-6B56-48D3-9194-2AD517D01390}" vid="{594943E9-BA32-40E0-BDB5-D862C146C399}"/>
    </a:ext>
  </a:ext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weißer Hintergrund</Template>
  <TotalTime>48</TotalTime>
  <Words>407</Words>
  <Application>Microsoft Macintosh PowerPoint</Application>
  <PresentationFormat>Custom</PresentationFormat>
  <Paragraphs>68</Paragraphs>
  <Slides>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Times New Roman</vt:lpstr>
      <vt:lpstr>weißer Hintergrund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dc:description>Rechteinhaber: Technische Universität München, https://www.tum.de_x000d_
Gestaltung: ediundsepp Gestaltungsgesellschaft, München, http://www.ediundsepp.de_x000d_
Technische Umsetzung: eWorks GmbH, Frankfurt am Main, http://www.eworks.de</dc:description>
  <cp:lastModifiedBy>ge64xod</cp:lastModifiedBy>
  <cp:revision>51</cp:revision>
  <dcterms:created xsi:type="dcterms:W3CDTF">2019-01-23T04:59:45Z</dcterms:created>
  <dcterms:modified xsi:type="dcterms:W3CDTF">2022-03-16T19:47:22Z</dcterms:modified>
</cp:coreProperties>
</file>